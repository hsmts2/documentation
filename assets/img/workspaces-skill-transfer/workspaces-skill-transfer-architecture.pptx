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dbb9d3a95a4ebd" /><Relationship Type="http://schemas.openxmlformats.org/officeDocument/2006/relationships/extended-properties" Target="/docProps/app.xml" Id="R23110e712cc143a6" /><Relationship Type="http://schemas.openxmlformats.org/officeDocument/2006/relationships/officeDocument" Target="/ppt/presentation.xml" Id="Rfaa16619ff9845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5e7e244e184b71"/>
  </p:sldMasterIdLst>
  <p:notesMasterIdLst>
    <p:notesMasterId xmlns:r="http://schemas.openxmlformats.org/officeDocument/2006/relationships" r:id="R4508c54661864fa5"/>
  </p:notesMasterIdLst>
  <p:sldIdLst>
    <p:sldId xmlns:r="http://schemas.openxmlformats.org/officeDocument/2006/relationships" id="256" r:id="R6f204a631c264e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511F336-21F8-47B1-B26D-E1AD654E85E9}">
  <a:tblStyle styleId="{5511F336-21F8-47B1-B26D-E1AD654E85E9}" styleName="Table_0">
    <a:wholeTbl>
      <a:tcTxStyle b="off" i="off">
        <a:font>
          <a:latin typeface="HGS創英角ｺﾞｼｯｸUB"/>
          <a:ea typeface="HGS創英角ｺﾞｼｯｸUB"/>
          <a:cs typeface="HGS創英角ｺﾞｼｯｸUB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テーマ スタイル 1 - アクセント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中間スタイル 1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dd5797646e4561" /><Relationship Type="http://schemas.openxmlformats.org/officeDocument/2006/relationships/slideMaster" Target="/ppt/slideMasters/slideMaster1.xml" Id="R8b5e7e244e184b71" /><Relationship Type="http://schemas.openxmlformats.org/officeDocument/2006/relationships/notesMaster" Target="/ppt/notesMasters/notesMaster1.xml" Id="R4508c54661864fa5" /><Relationship Type="http://schemas.openxmlformats.org/officeDocument/2006/relationships/presProps" Target="/ppt/presProps.xml" Id="R006987ce39e24b12" /><Relationship Type="http://schemas.openxmlformats.org/officeDocument/2006/relationships/viewProps" Target="/ppt/viewProps.xml" Id="R53a7ceb7b5fa4ef6" /><Relationship Type="http://schemas.openxmlformats.org/officeDocument/2006/relationships/tableStyles" Target="/ppt/tableStyles.xml" Id="Rbdb7806b63884ce0" /><Relationship Type="http://schemas.openxmlformats.org/officeDocument/2006/relationships/slide" Target="/ppt/slides/slide1.xml" Id="R6f204a631c264e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41adc3a30d44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標準デザイン">
  <a:themeElements>
    <a:clrScheme name="標準デザイ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標準デザイン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001fe020b44fa2" /><Relationship Type="http://schemas.openxmlformats.org/officeDocument/2006/relationships/notesMaster" Target="/ppt/notesMasters/notesMaster1.xml" Id="Rbea64b95bd7e4c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</a:pPr>
            <a:r>
              <a:t>Source: 大規模WorkSpacesNW構成図_20251031.pptx, slide 4.</a:t>
            </a:r>
            <a:endParaRPr/>
          </a:p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</a:pPr>
            <a:r>
              <a:t>Revision: vpc-005 and vpc-006 removed; four remaining VPCs arranged in a 2x2 grid.</a:t>
            </a:r>
            <a:endParaRPr/>
          </a:p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</a:pPr>
            <a:r>
              <a:t>Direct Connect and the on-premises network connection are retained.</a:t>
            </a:r>
            <a:endParaRPr/>
          </a:p>
          <a:p xmlns:a="http://schemas.openxmlformats.org/drawingml/2006/main">
            <a:pPr marL="0" lvl="0" indent="0" algn="l">
              <a:spcBef>
                <a:spcPts val="360"/>
              </a:spcBef>
              <a:spcAft>
                <a:spcPts val="0"/>
              </a:spcAft>
              <a:buNone/>
            </a:pPr>
            <a:r>
              <a:t>Environment-specific directory domain and identifiers are generalized for publication.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573b4e8f6c4d7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e4df5165341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a40ae595c34b9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9751a1ea84c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bde1901e7d4d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824aba4f744db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1448a70b0148b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504baf7f9b4d5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4434fb4fd5430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64d2aca3b48f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ab1bc14a544b0a" /></Relationships>
</file>

<file path=ppt/slideLayouts/slideLayout1.xml><?xml version="1.0" encoding="utf-8"?>
<p:sldLayout xmlns:p="http://schemas.openxmlformats.org/presentationml/2006/main" matchingName="タイトル スライド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oogle Shape;20;p5">
            <a:extLst xmlns:a="http://schemas.openxmlformats.org/drawingml/2006/main">
              <a:ext uri="{FF2B5EF4-FFF2-40B4-BE49-F238E27FC236}">
                <a16:creationId xmlns:a16="http://schemas.microsoft.com/office/drawing/2014/main" id="{CB27B584-6CC1-401A-8513-883B9C12883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30428"/>
            <a:ext cx="10363200" cy="147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E33F0A17-DBA9-439A-B5B7-856D68E5F8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ctr">
              <a:spcBef>
                <a:spcPts val="640"/>
              </a:spcBef>
              <a:spcAft>
                <a:spcPts val="0"/>
              </a:spcAft>
              <a:buClr>
                <a:srgbClr val="808080"/>
              </a:buClr>
              <a:buSzPts val="3200"/>
              <a:buFont typeface="Arial"/>
              <a:buNone/>
              <a:defRPr/>
            </a:lvl1pPr>
            <a:lvl2pPr algn="ctr">
              <a:spcBef>
                <a:spcPts val="560"/>
              </a:spcBef>
              <a:spcAft>
                <a:spcPts val="0"/>
              </a:spcAft>
              <a:buClr>
                <a:srgbClr val="808080"/>
              </a:buClr>
              <a:buSzPts val="2800"/>
              <a:buFont typeface="Arial"/>
              <a:buNone/>
              <a:defRPr/>
            </a:lvl2pPr>
            <a:lvl3pPr algn="ctr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None/>
              <a:defRPr/>
            </a:lvl3pPr>
            <a:lvl4pPr algn="ctr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/>
            </a:lvl4pPr>
            <a:lvl5pPr algn="ctr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/>
            </a:lvl5pPr>
            <a:lvl6pPr algn="ctr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/>
            </a:lvl6pPr>
            <a:lvl7pPr algn="ctr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/>
            </a:lvl7pPr>
            <a:lvl8pPr algn="ctr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/>
            </a:lvl8pPr>
            <a:lvl9pPr algn="ctr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3C74A9B-C671-480D-90D0-5E6C485B77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E26B46-E831-48E2-9738-F84F68E731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タイトルとコンテンツ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Google Shape;25;p6">
            <a:extLst xmlns:a="http://schemas.openxmlformats.org/drawingml/2006/main">
              <a:ext uri="{FF2B5EF4-FFF2-40B4-BE49-F238E27FC236}">
                <a16:creationId xmlns:a16="http://schemas.microsoft.com/office/drawing/2014/main" id="{F665E125-FFF9-4E74-8292-EC77A2414A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575" y="0"/>
            <a:ext cx="8174038" cy="620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3B4AC6B-7995-4CED-8A1C-1F351DD9E2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908050"/>
            <a:ext cx="10972800" cy="540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6D7A13EA-9FB7-4EA1-9C2C-311C83E9BD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8" name="Google Shape;28;p6">
            <a:extLst xmlns:a="http://schemas.openxmlformats.org/drawingml/2006/main">
              <a:ext uri="{FF2B5EF4-FFF2-40B4-BE49-F238E27FC236}">
                <a16:creationId xmlns:a16="http://schemas.microsoft.com/office/drawing/2014/main" id="{B5ABD6F7-A13F-438B-A8B7-13820A314F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セクション見出し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02C51616-7BCA-4C93-930B-CDBC166A43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3"/>
            <a:ext cx="103632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B502B13C-B70D-4267-9800-B669386061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/>
            </a:lvl1pPr>
            <a:lvl2pPr marL="914400" indent="-2286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Font typeface="Arial"/>
              <a:buNone/>
              <a:defRPr sz="1800"/>
            </a:lvl2pPr>
            <a:lvl3pPr marL="13716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/>
            </a:lvl3pPr>
            <a:lvl4pPr marL="18288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4pPr>
            <a:lvl5pPr marL="22860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5pPr>
            <a:lvl6pPr marL="27432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6pPr>
            <a:lvl7pPr marL="32004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7pPr>
            <a:lvl8pPr marL="36576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8pPr>
            <a:lvl9pPr marL="41148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7">
            <a:extLst xmlns:a="http://schemas.openxmlformats.org/drawingml/2006/main">
              <a:ext uri="{FF2B5EF4-FFF2-40B4-BE49-F238E27FC236}">
                <a16:creationId xmlns:a16="http://schemas.microsoft.com/office/drawing/2014/main" id="{DC543E71-45B1-4607-80F4-995E62998D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7">
            <a:extLst xmlns:a="http://schemas.openxmlformats.org/drawingml/2006/main">
              <a:ext uri="{FF2B5EF4-FFF2-40B4-BE49-F238E27FC236}">
                <a16:creationId xmlns:a16="http://schemas.microsoft.com/office/drawing/2014/main" id="{F69CAD9A-B4B3-4D33-A77D-13E1E65A32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比較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9">
            <a:extLst xmlns:a="http://schemas.openxmlformats.org/drawingml/2006/main">
              <a:ext uri="{FF2B5EF4-FFF2-40B4-BE49-F238E27FC236}">
                <a16:creationId xmlns:a16="http://schemas.microsoft.com/office/drawing/2014/main" id="{74AC2B7B-C57C-4379-ACE6-1C1437D2DB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9">
            <a:extLst xmlns:a="http://schemas.openxmlformats.org/drawingml/2006/main">
              <a:ext uri="{FF2B5EF4-FFF2-40B4-BE49-F238E27FC236}">
                <a16:creationId xmlns:a16="http://schemas.microsoft.com/office/drawing/2014/main" id="{E07E1670-BE29-4067-BD76-AF19803F70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Font typeface="Arial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3" name="Google Shape;43;p9">
            <a:extLst xmlns:a="http://schemas.openxmlformats.org/drawingml/2006/main">
              <a:ext uri="{FF2B5EF4-FFF2-40B4-BE49-F238E27FC236}">
                <a16:creationId xmlns:a16="http://schemas.microsoft.com/office/drawing/2014/main" id="{C82EEECA-A3A6-4644-93F7-B11321EFB6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" y="2174875"/>
            <a:ext cx="5386917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Font typeface="Arial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9">
            <a:extLst xmlns:a="http://schemas.openxmlformats.org/drawingml/2006/main">
              <a:ext uri="{FF2B5EF4-FFF2-40B4-BE49-F238E27FC236}">
                <a16:creationId xmlns:a16="http://schemas.microsoft.com/office/drawing/2014/main" id="{A6966BFB-55AC-490F-9E92-98E9906380B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69" y="1535113"/>
            <a:ext cx="5389033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Font typeface="Arial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9">
            <a:extLst xmlns:a="http://schemas.openxmlformats.org/drawingml/2006/main">
              <a:ext uri="{FF2B5EF4-FFF2-40B4-BE49-F238E27FC236}">
                <a16:creationId xmlns:a16="http://schemas.microsoft.com/office/drawing/2014/main" id="{603B2C72-6002-4994-ABD1-A06DFFD9624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93369" y="2174875"/>
            <a:ext cx="5389033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Font typeface="Arial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rgbClr val="808080"/>
              </a:buClr>
              <a:buSzPts val="1600"/>
              <a:buFont typeface="Arial"/>
              <a:buChar char="»"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9">
            <a:extLst xmlns:a="http://schemas.openxmlformats.org/drawingml/2006/main">
              <a:ext uri="{FF2B5EF4-FFF2-40B4-BE49-F238E27FC236}">
                <a16:creationId xmlns:a16="http://schemas.microsoft.com/office/drawing/2014/main" id="{9B39C9A7-B012-4635-9B89-A282929DAB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9">
            <a:extLst xmlns:a="http://schemas.openxmlformats.org/drawingml/2006/main">
              <a:ext uri="{FF2B5EF4-FFF2-40B4-BE49-F238E27FC236}">
                <a16:creationId xmlns:a16="http://schemas.microsoft.com/office/drawing/2014/main" id="{06B7061E-1E4F-45B0-AC87-A0D470BA7E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タイトルのみ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0">
            <a:extLst xmlns:a="http://schemas.openxmlformats.org/drawingml/2006/main">
              <a:ext uri="{FF2B5EF4-FFF2-40B4-BE49-F238E27FC236}">
                <a16:creationId xmlns:a16="http://schemas.microsoft.com/office/drawing/2014/main" id="{AFC1373B-8416-41E0-B852-75C828B56B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575" y="0"/>
            <a:ext cx="8174038" cy="620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10">
            <a:extLst xmlns:a="http://schemas.openxmlformats.org/drawingml/2006/main">
              <a:ext uri="{FF2B5EF4-FFF2-40B4-BE49-F238E27FC236}">
                <a16:creationId xmlns:a16="http://schemas.microsoft.com/office/drawing/2014/main" id="{FC81B369-D0C4-4D39-AC4E-DB4655C0CA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10">
            <a:extLst xmlns:a="http://schemas.openxmlformats.org/drawingml/2006/main">
              <a:ext uri="{FF2B5EF4-FFF2-40B4-BE49-F238E27FC236}">
                <a16:creationId xmlns:a16="http://schemas.microsoft.com/office/drawing/2014/main" id="{34108619-D726-4D71-98E6-EF27B9E96F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白紙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11">
            <a:extLst xmlns:a="http://schemas.openxmlformats.org/drawingml/2006/main">
              <a:ext uri="{FF2B5EF4-FFF2-40B4-BE49-F238E27FC236}">
                <a16:creationId xmlns:a16="http://schemas.microsoft.com/office/drawing/2014/main" id="{0EC786DE-E359-4162-A0F8-F39E0008A9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11">
            <a:extLst xmlns:a="http://schemas.openxmlformats.org/drawingml/2006/main">
              <a:ext uri="{FF2B5EF4-FFF2-40B4-BE49-F238E27FC236}">
                <a16:creationId xmlns:a16="http://schemas.microsoft.com/office/drawing/2014/main" id="{6F551094-FA26-46A8-8346-61B52519A1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タイトル付きのコンテンツ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12">
            <a:extLst xmlns:a="http://schemas.openxmlformats.org/drawingml/2006/main">
              <a:ext uri="{FF2B5EF4-FFF2-40B4-BE49-F238E27FC236}">
                <a16:creationId xmlns:a16="http://schemas.microsoft.com/office/drawing/2014/main" id="{9799CBF3-9674-4060-B756-7F10307C73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273050"/>
            <a:ext cx="4011084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7" name="Google Shape;57;p12">
            <a:extLst xmlns:a="http://schemas.openxmlformats.org/drawingml/2006/main">
              <a:ext uri="{FF2B5EF4-FFF2-40B4-BE49-F238E27FC236}">
                <a16:creationId xmlns:a16="http://schemas.microsoft.com/office/drawing/2014/main" id="{C4141853-BB79-498A-95CE-906C70F0C0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66733" y="273053"/>
            <a:ext cx="6815667" cy="5853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31800" algn="l">
              <a:spcBef>
                <a:spcPts val="640"/>
              </a:spcBef>
              <a:spcAft>
                <a:spcPts val="0"/>
              </a:spcAft>
              <a:buClr>
                <a:srgbClr val="808080"/>
              </a:buClr>
              <a:buSzPts val="3200"/>
              <a:buFont typeface="Arial"/>
              <a:buChar char="•"/>
              <a:defRPr sz="3200"/>
            </a:lvl1pPr>
            <a:lvl2pPr marL="914400" indent="-406400" algn="l">
              <a:spcBef>
                <a:spcPts val="560"/>
              </a:spcBef>
              <a:spcAft>
                <a:spcPts val="0"/>
              </a:spcAft>
              <a:buClr>
                <a:srgbClr val="808080"/>
              </a:buClr>
              <a:buSzPts val="2800"/>
              <a:buFont typeface="Arial"/>
              <a:buChar char="–"/>
              <a:defRPr sz="2800"/>
            </a:lvl2pPr>
            <a:lvl3pPr marL="1371600" indent="-38100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Char char="•"/>
              <a:defRPr sz="2400"/>
            </a:lvl3pPr>
            <a:lvl4pPr marL="18288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–"/>
              <a:defRPr sz="2000"/>
            </a:lvl4pPr>
            <a:lvl5pPr marL="22860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/>
            </a:lvl5pPr>
            <a:lvl6pPr marL="27432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/>
            </a:lvl6pPr>
            <a:lvl7pPr marL="32004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/>
            </a:lvl7pPr>
            <a:lvl8pPr marL="36576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/>
            </a:lvl8pPr>
            <a:lvl9pPr marL="411480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58" name="Google Shape;58;p12">
            <a:extLst xmlns:a="http://schemas.openxmlformats.org/drawingml/2006/main">
              <a:ext uri="{FF2B5EF4-FFF2-40B4-BE49-F238E27FC236}">
                <a16:creationId xmlns:a16="http://schemas.microsoft.com/office/drawing/2014/main" id="{C0EB9796-3241-4A45-868E-93C61F3736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2" y="1435103"/>
            <a:ext cx="4011084" cy="4691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rgbClr val="808080"/>
              </a:buClr>
              <a:buSzPts val="1200"/>
              <a:buFont typeface="Arial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rgbClr val="808080"/>
              </a:buClr>
              <a:buSzPts val="1000"/>
              <a:buFont typeface="Arial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59" name="Google Shape;59;p12">
            <a:extLst xmlns:a="http://schemas.openxmlformats.org/drawingml/2006/main">
              <a:ext uri="{FF2B5EF4-FFF2-40B4-BE49-F238E27FC236}">
                <a16:creationId xmlns:a16="http://schemas.microsoft.com/office/drawing/2014/main" id="{64ED5D32-0409-4D68-832B-33B9C018FC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0" name="Google Shape;60;p12">
            <a:extLst xmlns:a="http://schemas.openxmlformats.org/drawingml/2006/main">
              <a:ext uri="{FF2B5EF4-FFF2-40B4-BE49-F238E27FC236}">
                <a16:creationId xmlns:a16="http://schemas.microsoft.com/office/drawing/2014/main" id="{0B6DCFCC-98DD-4998-822F-BD7AD7137E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タイトル付きの図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3">
            <a:extLst xmlns:a="http://schemas.openxmlformats.org/drawingml/2006/main">
              <a:ext uri="{FF2B5EF4-FFF2-40B4-BE49-F238E27FC236}">
                <a16:creationId xmlns:a16="http://schemas.microsoft.com/office/drawing/2014/main" id="{5B560E32-BA4D-4690-8D07-130195926B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13">
            <a:extLst xmlns:a="http://schemas.openxmlformats.org/drawingml/2006/main">
              <a:ext uri="{FF2B5EF4-FFF2-40B4-BE49-F238E27FC236}">
                <a16:creationId xmlns:a16="http://schemas.microsoft.com/office/drawing/2014/main" id="{53BFF800-4D99-419B-8364-DE7EC6DDDC41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389717" y="612775"/>
            <a:ext cx="73152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R="0" algn="l">
              <a:spcBef>
                <a:spcPts val="640"/>
              </a:spcBef>
              <a:spcAft>
                <a:spcPts val="0"/>
              </a:spcAft>
              <a:buClr>
                <a:srgbClr val="808080"/>
              </a:buClr>
              <a:buSzPts val="3200"/>
              <a:buFont typeface="Arial"/>
              <a:buNone/>
              <a:defRPr sz="32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1pPr>
            <a:lvl2pPr marR="0" algn="l">
              <a:spcBef>
                <a:spcPts val="560"/>
              </a:spcBef>
              <a:spcAft>
                <a:spcPts val="0"/>
              </a:spcAft>
              <a:buClr>
                <a:srgbClr val="808080"/>
              </a:buClr>
              <a:buSzPts val="2800"/>
              <a:buFont typeface="Arial"/>
              <a:buNone/>
              <a:defRPr sz="28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None/>
              <a:defRPr sz="24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None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13">
            <a:extLst xmlns:a="http://schemas.openxmlformats.org/drawingml/2006/main">
              <a:ext uri="{FF2B5EF4-FFF2-40B4-BE49-F238E27FC236}">
                <a16:creationId xmlns:a16="http://schemas.microsoft.com/office/drawing/2014/main" id="{0396A51C-4C50-4A1B-917B-E058B6550B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389717" y="5367338"/>
            <a:ext cx="7315200" cy="804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rgbClr val="808080"/>
              </a:buClr>
              <a:buSzPts val="1200"/>
              <a:buFont typeface="Arial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rgbClr val="808080"/>
              </a:buClr>
              <a:buSzPts val="1000"/>
              <a:buFont typeface="Arial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rgbClr val="808080"/>
              </a:buClr>
              <a:buSzPts val="900"/>
              <a:buFont typeface="Arial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13">
            <a:extLst xmlns:a="http://schemas.openxmlformats.org/drawingml/2006/main">
              <a:ext uri="{FF2B5EF4-FFF2-40B4-BE49-F238E27FC236}">
                <a16:creationId xmlns:a16="http://schemas.microsoft.com/office/drawing/2014/main" id="{A884F234-7DBB-4DA4-8D88-BAD435B877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13">
            <a:extLst xmlns:a="http://schemas.openxmlformats.org/drawingml/2006/main">
              <a:ext uri="{FF2B5EF4-FFF2-40B4-BE49-F238E27FC236}">
                <a16:creationId xmlns:a16="http://schemas.microsoft.com/office/drawing/2014/main" id="{51488801-44D1-4533-AB5B-2E0924225D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タイトルと縦書きテキスト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Google Shape;68;p14">
            <a:extLst xmlns:a="http://schemas.openxmlformats.org/drawingml/2006/main">
              <a:ext uri="{FF2B5EF4-FFF2-40B4-BE49-F238E27FC236}">
                <a16:creationId xmlns:a16="http://schemas.microsoft.com/office/drawing/2014/main" id="{D1B08E33-6EE4-4EDC-8107-C00580F787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575" y="0"/>
            <a:ext cx="8174038" cy="620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14">
            <a:extLst xmlns:a="http://schemas.openxmlformats.org/drawingml/2006/main">
              <a:ext uri="{FF2B5EF4-FFF2-40B4-BE49-F238E27FC236}">
                <a16:creationId xmlns:a16="http://schemas.microsoft.com/office/drawing/2014/main" id="{AF1AF4A1-3EB1-449D-B06A-8E945CBD9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395663" y="-1878012"/>
            <a:ext cx="5400675" cy="1097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14">
            <a:extLst xmlns:a="http://schemas.openxmlformats.org/drawingml/2006/main">
              <a:ext uri="{FF2B5EF4-FFF2-40B4-BE49-F238E27FC236}">
                <a16:creationId xmlns:a16="http://schemas.microsoft.com/office/drawing/2014/main" id="{D9D3B523-A7AD-4B4C-9321-5AF7A5271D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1" name="Google Shape;71;p14">
            <a:extLst xmlns:a="http://schemas.openxmlformats.org/drawingml/2006/main">
              <a:ext uri="{FF2B5EF4-FFF2-40B4-BE49-F238E27FC236}">
                <a16:creationId xmlns:a16="http://schemas.microsoft.com/office/drawing/2014/main" id="{EEE36CBB-378D-4F5C-B5AC-6967A00793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縦書きタイトルと縦書きテキスト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5">
            <a:extLst xmlns:a="http://schemas.openxmlformats.org/drawingml/2006/main">
              <a:ext uri="{FF2B5EF4-FFF2-40B4-BE49-F238E27FC236}">
                <a16:creationId xmlns:a16="http://schemas.microsoft.com/office/drawing/2014/main" id="{E582AD68-F0EF-4EA7-9FC1-ABF2525C82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056437" y="1782766"/>
            <a:ext cx="63087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4" name="Google Shape;74;p15">
            <a:extLst xmlns:a="http://schemas.openxmlformats.org/drawingml/2006/main">
              <a:ext uri="{FF2B5EF4-FFF2-40B4-BE49-F238E27FC236}">
                <a16:creationId xmlns:a16="http://schemas.microsoft.com/office/drawing/2014/main" id="{2C677180-534F-4D3E-892B-858424E8A1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468437" y="-858835"/>
            <a:ext cx="6308725" cy="802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rgbClr val="808080"/>
              </a:buClr>
              <a:buSzPts val="1800"/>
              <a:buChar char="»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15">
            <a:extLst xmlns:a="http://schemas.openxmlformats.org/drawingml/2006/main">
              <a:ext uri="{FF2B5EF4-FFF2-40B4-BE49-F238E27FC236}">
                <a16:creationId xmlns:a16="http://schemas.microsoft.com/office/drawing/2014/main" id="{4B1E941C-A2C1-4A88-B2AB-6A925B819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15">
            <a:extLst xmlns:a="http://schemas.openxmlformats.org/drawingml/2006/main">
              <a:ext uri="{FF2B5EF4-FFF2-40B4-BE49-F238E27FC236}">
                <a16:creationId xmlns:a16="http://schemas.microsoft.com/office/drawing/2014/main" id="{8AE79A29-5B8F-4F8A-8C3C-2BE409766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タイトルと表">
  <p:cSld name="TAB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44476777-A615-4CEB-82B9-3BD6685709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3"/>
            <a:ext cx="8174567" cy="620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674940A6-CA34-4338-AE1B-10B3D7021E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80839058-013D-4480-AB1C-9E16DC21D9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737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2pPr>
            <a:lvl3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3pPr>
            <a:lvl4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4pPr>
            <a:lvl5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5pPr>
            <a:lvl6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6pPr>
            <a:lvl7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7pPr>
            <a:lvl8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8pPr>
            <a:lvl9pPr marL="0" marR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ac5845ccdf4fc6" /><Relationship Type="http://schemas.openxmlformats.org/officeDocument/2006/relationships/slideLayout" Target="/ppt/slideLayouts/slideLayout1.xml" Id="Rdcf5b779d1cf43f2" /><Relationship Type="http://schemas.openxmlformats.org/officeDocument/2006/relationships/slideLayout" Target="/ppt/slideLayouts/slideLayout2.xml" Id="Rc26ba67dbe254134" /><Relationship Type="http://schemas.openxmlformats.org/officeDocument/2006/relationships/slideLayout" Target="/ppt/slideLayouts/slideLayout3.xml" Id="Rc2fc3e0422bb4e37" /><Relationship Type="http://schemas.openxmlformats.org/officeDocument/2006/relationships/slideLayout" Target="/ppt/slideLayouts/slideLayout4.xml" Id="R2d74edf40d104925" /><Relationship Type="http://schemas.openxmlformats.org/officeDocument/2006/relationships/slideLayout" Target="/ppt/slideLayouts/slideLayout5.xml" Id="Ra50b94193cdc4965" /><Relationship Type="http://schemas.openxmlformats.org/officeDocument/2006/relationships/slideLayout" Target="/ppt/slideLayouts/slideLayout6.xml" Id="R839b7736489f4af8" /><Relationship Type="http://schemas.openxmlformats.org/officeDocument/2006/relationships/slideLayout" Target="/ppt/slideLayouts/slideLayout7.xml" Id="Rb916811df31b46a2" /><Relationship Type="http://schemas.openxmlformats.org/officeDocument/2006/relationships/slideLayout" Target="/ppt/slideLayouts/slideLayout8.xml" Id="R42c70b50e72b42c9" /><Relationship Type="http://schemas.openxmlformats.org/officeDocument/2006/relationships/slideLayout" Target="/ppt/slideLayouts/slideLayout9.xml" Id="R6e361d17f9184762" /><Relationship Type="http://schemas.openxmlformats.org/officeDocument/2006/relationships/slideLayout" Target="/ppt/slideLayouts/slideLayout10.xml" Id="R953468c73f0d4f82" /><Relationship Type="http://schemas.openxmlformats.org/officeDocument/2006/relationships/slideLayout" Target="/ppt/slideLayouts/slideLayout11.xml" Id="R78309770da7445d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4">
            <a:extLst xmlns:a="http://schemas.openxmlformats.org/drawingml/2006/main">
              <a:ext uri="{FF2B5EF4-FFF2-40B4-BE49-F238E27FC236}">
                <a16:creationId xmlns:a16="http://schemas.microsoft.com/office/drawing/2014/main" id="{EC17B364-FE4B-4F99-B47D-8E8C93FD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0" y="0"/>
            <a:ext cx="12192000" cy="6207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Google Shape;11;p4">
            <a:extLst xmlns:a="http://schemas.openxmlformats.org/drawingml/2006/main">
              <a:ext uri="{FF2B5EF4-FFF2-40B4-BE49-F238E27FC236}">
                <a16:creationId xmlns:a16="http://schemas.microsoft.com/office/drawing/2014/main" id="{FFCB6F9B-0E87-45CF-8636-B6A2E92300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575" y="0"/>
            <a:ext cx="8174038" cy="620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cap="none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4">
            <a:extLst xmlns:a="http://schemas.openxmlformats.org/drawingml/2006/main">
              <a:ext uri="{FF2B5EF4-FFF2-40B4-BE49-F238E27FC236}">
                <a16:creationId xmlns:a16="http://schemas.microsoft.com/office/drawing/2014/main" id="{5FB971A2-B308-4109-B9F0-08396BE1C5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908050"/>
            <a:ext cx="10972800" cy="540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marR="0" indent="-431800" algn="l">
              <a:spcBef>
                <a:spcPts val="640"/>
              </a:spcBef>
              <a:spcAft>
                <a:spcPts val="0"/>
              </a:spcAft>
              <a:buClr>
                <a:srgbClr val="808080"/>
              </a:buClr>
              <a:buSzPts val="3200"/>
              <a:buFont typeface="Arial"/>
              <a:buChar char="•"/>
              <a:defRPr sz="32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1pPr>
            <a:lvl2pPr marL="914400" marR="0" indent="-406400" algn="l">
              <a:spcBef>
                <a:spcPts val="560"/>
              </a:spcBef>
              <a:spcAft>
                <a:spcPts val="0"/>
              </a:spcAft>
              <a:buClr>
                <a:srgbClr val="808080"/>
              </a:buClr>
              <a:buSzPts val="2800"/>
              <a:buFont typeface="Arial"/>
              <a:buChar char="–"/>
              <a:defRPr sz="28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2pPr>
            <a:lvl3pPr marL="1371600" marR="0" indent="-381000" algn="l">
              <a:spcBef>
                <a:spcPts val="480"/>
              </a:spcBef>
              <a:spcAft>
                <a:spcPts val="0"/>
              </a:spcAft>
              <a:buClr>
                <a:srgbClr val="808080"/>
              </a:buClr>
              <a:buSzPts val="2400"/>
              <a:buFont typeface="Arial"/>
              <a:buChar char="•"/>
              <a:defRPr sz="24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3pPr>
            <a:lvl4pPr marL="1828800" marR="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–"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4pPr>
            <a:lvl5pPr marL="2286000" marR="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5pPr>
            <a:lvl6pPr marL="2743200" marR="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6pPr>
            <a:lvl7pPr marL="3200400" marR="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7pPr>
            <a:lvl8pPr marL="3657600" marR="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8pPr>
            <a:lvl9pPr marL="4114800" marR="0" indent="-355600" algn="l">
              <a:spcBef>
                <a:spcPts val="400"/>
              </a:spcBef>
              <a:spcAft>
                <a:spcPts val="0"/>
              </a:spcAft>
              <a:buClr>
                <a:srgbClr val="808080"/>
              </a:buClr>
              <a:buSzPts val="2000"/>
              <a:buFont typeface="Arial"/>
              <a:buChar char="»"/>
              <a:defRPr sz="2000" b="0" i="0" u="none" cap="none">
                <a:solidFill>
                  <a:srgbClr val="808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4">
            <a:extLst xmlns:a="http://schemas.openxmlformats.org/drawingml/2006/main">
              <a:ext uri="{FF2B5EF4-FFF2-40B4-BE49-F238E27FC236}">
                <a16:creationId xmlns:a16="http://schemas.microsoft.com/office/drawing/2014/main" id="{1A15CA4B-A907-4FFF-83EA-AD9E04BF4F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09600" y="6616700"/>
            <a:ext cx="2844800" cy="24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cap="none">
                <a:solidFill>
                  <a:schemeClr val="dk1"/>
                </a:solidFill>
                <a:latin typeface="MS Gothic"/>
                <a:ea typeface="MS Gothic"/>
                <a:cs typeface="MS Gothic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cxnSp>
        <p:nvCxnSpPr>
          <p:cNvPr id="20" name="Google Shape;15;p4"/>
          <p:cNvCxnSpPr/>
          <p:nvPr/>
        </p:nvCxnSpPr>
        <p:spPr>
          <a:xfrm xmlns:a="http://schemas.openxmlformats.org/drawingml/2006/main">
            <a:off x="0" y="620713"/>
            <a:ext cx="12192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B2B2B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f5b779d1cf43f2"/>
    <p:sldLayoutId xmlns:r="http://schemas.openxmlformats.org/officeDocument/2006/relationships" id="2147483650" r:id="Rc26ba67dbe254134"/>
    <p:sldLayoutId xmlns:r="http://schemas.openxmlformats.org/officeDocument/2006/relationships" id="2147483651" r:id="Rc2fc3e0422bb4e37"/>
    <p:sldLayoutId xmlns:r="http://schemas.openxmlformats.org/officeDocument/2006/relationships" id="2147483652" r:id="R2d74edf40d104925"/>
    <p:sldLayoutId xmlns:r="http://schemas.openxmlformats.org/officeDocument/2006/relationships" id="2147483653" r:id="Ra50b94193cdc4965"/>
    <p:sldLayoutId xmlns:r="http://schemas.openxmlformats.org/officeDocument/2006/relationships" id="2147483654" r:id="R839b7736489f4af8"/>
    <p:sldLayoutId xmlns:r="http://schemas.openxmlformats.org/officeDocument/2006/relationships" id="2147483655" r:id="Rb916811df31b46a2"/>
    <p:sldLayoutId xmlns:r="http://schemas.openxmlformats.org/officeDocument/2006/relationships" id="2147483656" r:id="R42c70b50e72b42c9"/>
    <p:sldLayoutId xmlns:r="http://schemas.openxmlformats.org/officeDocument/2006/relationships" id="2147483657" r:id="R6e361d17f9184762"/>
    <p:sldLayoutId xmlns:r="http://schemas.openxmlformats.org/officeDocument/2006/relationships" id="2147483658" r:id="R953468c73f0d4f82"/>
    <p:sldLayoutId xmlns:r="http://schemas.openxmlformats.org/officeDocument/2006/relationships" id="2147483659" r:id="R78309770da7445d3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標準デザイン">
  <a:themeElements>
    <a:clrScheme name="標準デザイ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標準デザイン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81b2ed71604ac4" /><Relationship Type="http://schemas.openxmlformats.org/officeDocument/2006/relationships/image" Target="/ppt/media/image.png" Id="Rfcff352dc21d4815" /><Relationship Type="http://schemas.openxmlformats.org/officeDocument/2006/relationships/image" Target="/ppt/media/image2.png" Id="R717c461a44df4fed" /><Relationship Type="http://schemas.openxmlformats.org/officeDocument/2006/relationships/image" Target="/ppt/media/image3.png" Id="R9673ede8f8c94f28" /><Relationship Type="http://schemas.openxmlformats.org/officeDocument/2006/relationships/image" Target="/ppt/media/image4.png" Id="Rae09aa7ea40f4df3" /><Relationship Type="http://schemas.openxmlformats.org/officeDocument/2006/relationships/image" Target="/ppt/media/image5.png" Id="Re1c81e3bf42c4731" /><Relationship Type="http://schemas.openxmlformats.org/officeDocument/2006/relationships/image" Target="/ppt/media/image6.png" Id="R868249722a144d2d" /><Relationship Type="http://schemas.openxmlformats.org/officeDocument/2006/relationships/image" Target="/ppt/media/image7.png" Id="Rf46522c59af54b04" /><Relationship Type="http://schemas.openxmlformats.org/officeDocument/2006/relationships/image" Target="/ppt/media/image.svg" Id="R8a730afb20ce4e06" /><Relationship Type="http://schemas.openxmlformats.org/officeDocument/2006/relationships/image" Target="/ppt/media/image8.png" Id="R57fbc1959621443f" /><Relationship Type="http://schemas.openxmlformats.org/officeDocument/2006/relationships/image" Target="/ppt/media/image2.svg" Id="R6ab9d2098ea04686" /><Relationship Type="http://schemas.openxmlformats.org/officeDocument/2006/relationships/image" Target="/ppt/media/image9.png" Id="R952a3099a04e4757" /><Relationship Type="http://schemas.openxmlformats.org/officeDocument/2006/relationships/image" Target="/ppt/media/image3.svg" Id="R37b2feeddc3d4a03" /><Relationship Type="http://schemas.openxmlformats.org/officeDocument/2006/relationships/image" Target="/ppt/media/image10.png" Id="R3f957796c10f46ae" /><Relationship Type="http://schemas.openxmlformats.org/officeDocument/2006/relationships/image" Target="/ppt/media/image4.svg" Id="Rd287b7a9f25c471e" /><Relationship Type="http://schemas.openxmlformats.org/officeDocument/2006/relationships/image" Target="/ppt/media/image11.png" Id="R1886852ac0824e58" /><Relationship Type="http://schemas.openxmlformats.org/officeDocument/2006/relationships/image" Target="/ppt/media/image5.svg" Id="R267137c9086443ba" /><Relationship Type="http://schemas.openxmlformats.org/officeDocument/2006/relationships/image" Target="/ppt/media/image12.png" Id="Ree0ce8057f354be1" /><Relationship Type="http://schemas.openxmlformats.org/officeDocument/2006/relationships/image" Target="/ppt/media/image13.png" Id="R47dab1260c8f4934" /><Relationship Type="http://schemas.openxmlformats.org/officeDocument/2006/relationships/image" Target="/ppt/media/image14.png" Id="Rbba0418a30d84cb3" /><Relationship Type="http://schemas.openxmlformats.org/officeDocument/2006/relationships/image" Target="/ppt/media/image15.png" Id="Rf249bd87a6154140" /><Relationship Type="http://schemas.openxmlformats.org/officeDocument/2006/relationships/image" Target="/ppt/media/image16.png" Id="R3bcd0181e8a44e0f" /><Relationship Type="http://schemas.openxmlformats.org/officeDocument/2006/relationships/image" Target="/ppt/media/image17.png" Id="Rbeab1d59cb8147ce" /><Relationship Type="http://schemas.openxmlformats.org/officeDocument/2006/relationships/image" Target="/ppt/media/image18.png" Id="R3e0cdcd3f25040b5" /><Relationship Type="http://schemas.openxmlformats.org/officeDocument/2006/relationships/notesSlide" Target="/ppt/notesSlides/notesSlide1.xml" Id="Raf226cdf2d4d4db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9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1A6460BB-05E9-45C9-76C6-6A7C2435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714" y="5329705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sp>
        <p:nvSpPr>
          <p:cNvPr id="567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B7D1F7C8-516B-9B75-E24B-F84E0CAB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492" y="5337726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sp>
        <p:nvSpPr>
          <p:cNvPr id="586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7A1803FC-CEF6-55E6-B50D-74520137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815" y="5340936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sp>
        <p:nvSpPr>
          <p:cNvPr id="767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0660FB43-C7D7-B0F8-ADBE-767F2607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067" y="2042141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sp>
        <p:nvSpPr>
          <p:cNvPr id="802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71B73D53-902E-4A53-25DB-45EF773E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165" y="2278641"/>
            <a:ext cx="1319417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500">
                <a:solidFill>
                  <a:srgbClr val="232F3D"/>
                </a:solidFill>
              </a:rPr>
              <a:t>コンテナ：</a:t>
            </a:r>
            <a:r>
              <a:rPr sz="500">
                <a:solidFill>
                  <a:srgbClr val="232F3D"/>
                </a:solidFill>
              </a:rPr>
              <a:t>workspace-cost-optimizer </a:t>
            </a:r>
          </a:p>
        </p:txBody>
      </p:sp>
      <p:sp>
        <p:nvSpPr>
          <p:cNvPr id="413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F3A05322-E876-1B17-CF7F-675B922D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945" y="1593288"/>
            <a:ext cx="1260000" cy="6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sp>
        <p:nvSpPr>
          <p:cNvPr id="220" name="Google Shape;220;gb23588428b_0_0">
            <a:extLst xmlns:a="http://schemas.openxmlformats.org/drawingml/2006/main">
              <a:ext uri="{FF2B5EF4-FFF2-40B4-BE49-F238E27FC236}">
                <a16:creationId xmlns:a16="http://schemas.microsoft.com/office/drawing/2014/main" id="{C04F37AB-6B72-286C-50C4-D11B012D8A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0" y="8021"/>
            <a:ext cx="8865075" cy="62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PoC 閉域VPC・AD／VDI環境 — 全体ネットワーク構成</a:t>
            </a:r>
            <a:endParaRPr sz="2400"/>
          </a:p>
        </p:txBody>
      </p:sp>
      <p:sp>
        <p:nvSpPr>
          <p:cNvPr id="5" name="Google Shape;210;gb23588428b_0_0">
            <a:extLst xmlns:a="http://schemas.openxmlformats.org/drawingml/2006/main">
              <a:ext uri="{FF2B5EF4-FFF2-40B4-BE49-F238E27FC236}">
                <a16:creationId xmlns:a16="http://schemas.microsoft.com/office/drawing/2014/main" id="{6D832670-1983-6FB6-AEA7-6517FF28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999" y="812115"/>
            <a:ext cx="6858000" cy="58375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rgbClr val="232F3D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457200" tIns="91425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AWS Cloud</a:t>
            </a:r>
            <a:endParaRPr/>
          </a:p>
        </p:txBody>
      </p:sp>
      <p:pic>
        <p:nvPicPr>
          <p:cNvPr id="978" name="Google Shape;223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ff352dc21d481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523840" y="812115"/>
            <a:ext cx="360000" cy="3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79" name="Google Shape;250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7c461a44df4f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720667" y="1617029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80" name="Google Shape;284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73ede8f8c94f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999213" y="1635577"/>
            <a:ext cx="216000" cy="216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7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17C7BCF3-26B0-0E13-115C-DDA64D4E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404" y="1815870"/>
            <a:ext cx="1006526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cap="none">
                <a:solidFill>
                  <a:srgbClr val="232F3D"/>
                </a:solidFill>
                <a:latin typeface="Arial"/>
                <a:ea typeface="Arial"/>
                <a:cs typeface="Arial"/>
              </a:rPr>
              <a:t>ad</a:t>
            </a:r>
            <a:r>
              <a:rPr sz="700" b="0" i="0" u="none" cap="none">
                <a:solidFill>
                  <a:srgbClr val="232F3D"/>
                </a:solidFill>
                <a:latin typeface="Arial"/>
                <a:ea typeface="Arial"/>
                <a:cs typeface="Arial"/>
              </a:rPr>
              <a:t>-vpc-ngw-001</a:t>
            </a:r>
          </a:p>
        </p:txBody>
      </p:sp>
      <p:sp>
        <p:nvSpPr>
          <p:cNvPr id="411" name="Google Shape;209;gb23588428b_0_0">
            <a:extLst xmlns:a="http://schemas.openxmlformats.org/drawingml/2006/main">
              <a:ext uri="{FF2B5EF4-FFF2-40B4-BE49-F238E27FC236}">
                <a16:creationId xmlns:a16="http://schemas.microsoft.com/office/drawing/2014/main" id="{B25BB495-E38E-9566-BAFE-8C1D8CD1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9383" y="1194538"/>
            <a:ext cx="3031088" cy="2553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rgbClr val="1D89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457200" tIns="91425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r>
              <a:rPr sz="1000">
                <a:solidFill>
                  <a:srgbClr val="1D8900"/>
                </a:solidFill>
              </a:rPr>
              <a:t>ad</a:t>
            </a:r>
            <a:r>
              <a:rPr sz="1000">
                <a:solidFill>
                  <a:srgbClr val="1D8900"/>
                </a:solidFill>
              </a:rPr>
              <a:t>-vpc-001</a:t>
            </a:r>
            <a:endParaRPr sz="1000" b="0" i="0" u="none" cap="none">
              <a:solidFill>
                <a:srgbClr val="1D89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83" name="Google Shape;225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09aa7ea40f4d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89383" y="1183954"/>
            <a:ext cx="331200" cy="331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84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59937" y="1572284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5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59CCB73F-B75C-8C23-89BA-0587BC5D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945" y="2229008"/>
            <a:ext cx="1260000" cy="6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986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59937" y="2231696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7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91C49E60-BFB6-7B31-A96B-D8C39516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434" y="1571194"/>
            <a:ext cx="1260000" cy="6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988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7374" y="1572284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9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7271CF65-2C18-336B-1077-13C3D37C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434" y="2227433"/>
            <a:ext cx="1260000" cy="6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990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7374" y="2227709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21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BC7DFA64-7856-7F37-AB22-56CF45BA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4945" y="2882870"/>
            <a:ext cx="1260000" cy="6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992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59937" y="2887060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23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B049CA85-7360-9544-C8EA-75549E9B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434" y="2882797"/>
            <a:ext cx="1260000" cy="6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994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7374" y="2883073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62" name="テキスト ボックス 461">
            <a:extLst xmlns:a="http://schemas.openxmlformats.org/drawingml/2006/main">
              <a:ext uri="{FF2B5EF4-FFF2-40B4-BE49-F238E27FC236}">
                <a16:creationId xmlns:a16="http://schemas.microsoft.com/office/drawing/2014/main" id="{C7D82442-3D6A-DBA7-E5CB-6ECDB4D7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030" y="2014124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192.168.224.0/24</a:t>
            </a:r>
          </a:p>
        </p:txBody>
      </p:sp>
      <p:sp>
        <p:nvSpPr>
          <p:cNvPr id="476" name="テキスト ボックス 475">
            <a:extLst xmlns:a="http://schemas.openxmlformats.org/drawingml/2006/main">
              <a:ext uri="{FF2B5EF4-FFF2-40B4-BE49-F238E27FC236}">
                <a16:creationId xmlns:a16="http://schemas.microsoft.com/office/drawing/2014/main" id="{E3564C2F-FC3B-795E-81F1-228D7ECF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8697" y="3507776"/>
            <a:ext cx="1259999" cy="2462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/>
              <a:t>192.168.224.0/24</a:t>
            </a:r>
          </a:p>
        </p:txBody>
      </p:sp>
      <p:sp>
        <p:nvSpPr>
          <p:cNvPr id="557" name="Google Shape;209;gb23588428b_0_0">
            <a:extLst xmlns:a="http://schemas.openxmlformats.org/drawingml/2006/main">
              <a:ext uri="{FF2B5EF4-FFF2-40B4-BE49-F238E27FC236}">
                <a16:creationId xmlns:a16="http://schemas.microsoft.com/office/drawing/2014/main" id="{3A3D13E2-3E69-9BDB-B9D8-87330391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5665" y="4000038"/>
            <a:ext cx="3031088" cy="2553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rgbClr val="1D89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457200" tIns="91425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r>
              <a:rPr sz="1000">
                <a:solidFill>
                  <a:srgbClr val="1D8900"/>
                </a:solidFill>
              </a:rPr>
              <a:t>ad</a:t>
            </a:r>
            <a:r>
              <a:rPr sz="1000">
                <a:solidFill>
                  <a:srgbClr val="1D8900"/>
                </a:solidFill>
              </a:rPr>
              <a:t>-vpc-004</a:t>
            </a:r>
            <a:endParaRPr sz="1000" b="0" i="0" u="none" cap="none">
              <a:solidFill>
                <a:srgbClr val="1D89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98" name="Google Shape;225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09aa7ea40f4d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5665" y="4011386"/>
            <a:ext cx="331200" cy="331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9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29996546-FAD6-7023-0EE6-37711D80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492" y="435545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1000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841" y="4349669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61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76A336C7-CE50-E41B-7817-2EB56ABA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492" y="484717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02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841" y="4851269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63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622560C4-9AD6-4520-0E82-27560F59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714" y="435545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1004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714" y="4347867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65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24BE3A35-AC2F-FD1D-FD29-D025AB73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714" y="4839149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06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714" y="4841446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07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841" y="5341825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08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714" y="5332002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1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955FB60C-CA72-9154-DB19-A005F2F1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492" y="5823508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10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841" y="5827607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3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D97C41D1-D027-7866-8A9B-06E19D3B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714" y="5815487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12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714" y="5817784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5" name="テキスト ボックス 574">
            <a:extLst xmlns:a="http://schemas.openxmlformats.org/drawingml/2006/main">
              <a:ext uri="{FF2B5EF4-FFF2-40B4-BE49-F238E27FC236}">
                <a16:creationId xmlns:a16="http://schemas.microsoft.com/office/drawing/2014/main" id="{ADE45DEF-AC48-CBE9-3F0F-E8C6D920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995" y="6297471"/>
            <a:ext cx="1259999" cy="2462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/>
              <a:t>192.168.228.0/23</a:t>
            </a:r>
          </a:p>
        </p:txBody>
      </p:sp>
      <p:sp>
        <p:nvSpPr>
          <p:cNvPr id="576" name="Google Shape;209;gb23588428b_0_0">
            <a:extLst xmlns:a="http://schemas.openxmlformats.org/drawingml/2006/main">
              <a:ext uri="{FF2B5EF4-FFF2-40B4-BE49-F238E27FC236}">
                <a16:creationId xmlns:a16="http://schemas.microsoft.com/office/drawing/2014/main" id="{0229E542-C058-AFD8-7064-65869E42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988" y="4003248"/>
            <a:ext cx="3031088" cy="2553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rgbClr val="1D89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457200" tIns="91425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r>
              <a:rPr sz="1000">
                <a:solidFill>
                  <a:srgbClr val="1D8900"/>
                </a:solidFill>
              </a:rPr>
              <a:t>ad</a:t>
            </a:r>
            <a:r>
              <a:rPr sz="1000">
                <a:solidFill>
                  <a:srgbClr val="1D8900"/>
                </a:solidFill>
              </a:rPr>
              <a:t>-vpc-003</a:t>
            </a:r>
            <a:endParaRPr sz="1000" b="0" i="0" u="none" cap="none">
              <a:solidFill>
                <a:srgbClr val="1D89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015" name="Google Shape;225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09aa7ea40f4d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88988" y="4007959"/>
            <a:ext cx="331200" cy="331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8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091CA10A-6AA4-D2AF-E5DA-4AA1181D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815" y="435866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1017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41164" y="4352879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0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56030FC6-4F85-2279-C42B-0553AF07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815" y="485038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19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41164" y="4854479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2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0D381CE3-EDED-FD9D-EB6C-BAE08354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37" y="435866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1021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4037" y="4351077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4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690A557E-F314-B45B-969B-E4A272BE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37" y="4850380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23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4037" y="4852677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24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41164" y="5345035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8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0BE47F0D-C264-2914-FF5C-7EF30418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37" y="5340936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26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4037" y="5343233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90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146BAB00-7DBE-1A65-C2C1-0FB489C0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815" y="5826718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28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41164" y="5830817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92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819DC0F8-5B0C-53DB-BE6C-548815BA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37" y="5826718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30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34037" y="5829015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94" name="テキスト ボックス 593">
            <a:extLst xmlns:a="http://schemas.openxmlformats.org/drawingml/2006/main">
              <a:ext uri="{FF2B5EF4-FFF2-40B4-BE49-F238E27FC236}">
                <a16:creationId xmlns:a16="http://schemas.microsoft.com/office/drawing/2014/main" id="{65BDBAE2-D96B-1D7A-D247-2370003E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318" y="6300681"/>
            <a:ext cx="1259999" cy="2462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/>
              <a:t>192.168.226.0/23</a:t>
            </a:r>
          </a:p>
        </p:txBody>
      </p:sp>
      <p:sp>
        <p:nvSpPr>
          <p:cNvPr id="634" name="テキスト ボックス 633">
            <a:extLst xmlns:a="http://schemas.openxmlformats.org/drawingml/2006/main">
              <a:ext uri="{FF2B5EF4-FFF2-40B4-BE49-F238E27FC236}">
                <a16:creationId xmlns:a16="http://schemas.microsoft.com/office/drawing/2014/main" id="{A679A798-FB37-068F-2E4D-8A0D9142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401" y="2015518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192.168.224.0/24</a:t>
            </a:r>
          </a:p>
        </p:txBody>
      </p:sp>
      <p:sp>
        <p:nvSpPr>
          <p:cNvPr id="635" name="テキスト ボックス 634">
            <a:extLst xmlns:a="http://schemas.openxmlformats.org/drawingml/2006/main">
              <a:ext uri="{FF2B5EF4-FFF2-40B4-BE49-F238E27FC236}">
                <a16:creationId xmlns:a16="http://schemas.microsoft.com/office/drawing/2014/main" id="{4BEF6249-6FE6-BFAF-94D1-E2A6E206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303" y="2683617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192.168.224.0/24</a:t>
            </a:r>
          </a:p>
        </p:txBody>
      </p:sp>
      <p:sp>
        <p:nvSpPr>
          <p:cNvPr id="636" name="テキスト ボックス 635">
            <a:extLst xmlns:a="http://schemas.openxmlformats.org/drawingml/2006/main">
              <a:ext uri="{FF2B5EF4-FFF2-40B4-BE49-F238E27FC236}">
                <a16:creationId xmlns:a16="http://schemas.microsoft.com/office/drawing/2014/main" id="{3D64BEA0-FABC-FDF8-E6B8-31F652D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401" y="2675511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192.168.224.0/24</a:t>
            </a:r>
          </a:p>
        </p:txBody>
      </p:sp>
      <p:sp>
        <p:nvSpPr>
          <p:cNvPr id="637" name="テキスト ボックス 636">
            <a:extLst xmlns:a="http://schemas.openxmlformats.org/drawingml/2006/main">
              <a:ext uri="{FF2B5EF4-FFF2-40B4-BE49-F238E27FC236}">
                <a16:creationId xmlns:a16="http://schemas.microsoft.com/office/drawing/2014/main" id="{AF273A26-5253-C4D7-AA93-0925279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303" y="3327017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192.168.224.0/24</a:t>
            </a:r>
          </a:p>
        </p:txBody>
      </p:sp>
      <p:sp>
        <p:nvSpPr>
          <p:cNvPr id="638" name="テキスト ボックス 637">
            <a:extLst xmlns:a="http://schemas.openxmlformats.org/drawingml/2006/main">
              <a:ext uri="{FF2B5EF4-FFF2-40B4-BE49-F238E27FC236}">
                <a16:creationId xmlns:a16="http://schemas.microsoft.com/office/drawing/2014/main" id="{C13B131F-BB76-EC82-FD32-9AF82014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401" y="3318911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192.168.224.0/24</a:t>
            </a:r>
          </a:p>
        </p:txBody>
      </p:sp>
      <p:sp>
        <p:nvSpPr>
          <p:cNvPr id="663" name="テキスト ボックス 662">
            <a:extLst xmlns:a="http://schemas.openxmlformats.org/drawingml/2006/main">
              <a:ext uri="{FF2B5EF4-FFF2-40B4-BE49-F238E27FC236}">
                <a16:creationId xmlns:a16="http://schemas.microsoft.com/office/drawing/2014/main" id="{76084D72-135D-EA83-0299-CB7AAA8E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878" y="5168410"/>
            <a:ext cx="1029881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192.168.226.64/27</a:t>
            </a:r>
          </a:p>
        </p:txBody>
      </p:sp>
      <p:sp>
        <p:nvSpPr>
          <p:cNvPr id="664" name="テキスト ボックス 663">
            <a:extLst xmlns:a="http://schemas.openxmlformats.org/drawingml/2006/main">
              <a:ext uri="{FF2B5EF4-FFF2-40B4-BE49-F238E27FC236}">
                <a16:creationId xmlns:a16="http://schemas.microsoft.com/office/drawing/2014/main" id="{DE9E6F0C-A68A-99C2-69C8-CE8F4AEC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308" y="5147604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192.168.226.96/27</a:t>
            </a:r>
          </a:p>
        </p:txBody>
      </p:sp>
      <p:sp>
        <p:nvSpPr>
          <p:cNvPr id="665" name="テキスト ボックス 664">
            <a:extLst xmlns:a="http://schemas.openxmlformats.org/drawingml/2006/main">
              <a:ext uri="{FF2B5EF4-FFF2-40B4-BE49-F238E27FC236}">
                <a16:creationId xmlns:a16="http://schemas.microsoft.com/office/drawing/2014/main" id="{112064D1-E6F9-A473-D62E-A6FA36A1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878" y="5663542"/>
            <a:ext cx="1029881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192.168.226.128/28</a:t>
            </a:r>
          </a:p>
        </p:txBody>
      </p:sp>
      <p:sp>
        <p:nvSpPr>
          <p:cNvPr id="666" name="テキスト ボックス 665">
            <a:extLst xmlns:a="http://schemas.openxmlformats.org/drawingml/2006/main">
              <a:ext uri="{FF2B5EF4-FFF2-40B4-BE49-F238E27FC236}">
                <a16:creationId xmlns:a16="http://schemas.microsoft.com/office/drawing/2014/main" id="{CCCB3BA2-D915-3831-27CC-65B3BB65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308" y="5649086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192.168.226.160/28</a:t>
            </a:r>
          </a:p>
        </p:txBody>
      </p:sp>
      <p:sp>
        <p:nvSpPr>
          <p:cNvPr id="667" name="テキスト ボックス 666">
            <a:extLst xmlns:a="http://schemas.openxmlformats.org/drawingml/2006/main">
              <a:ext uri="{FF2B5EF4-FFF2-40B4-BE49-F238E27FC236}">
                <a16:creationId xmlns:a16="http://schemas.microsoft.com/office/drawing/2014/main" id="{E39DC629-58C0-52AB-3113-F2364E59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8220" y="6156511"/>
            <a:ext cx="982539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192.168.227.0/25</a:t>
            </a:r>
          </a:p>
        </p:txBody>
      </p:sp>
      <p:sp>
        <p:nvSpPr>
          <p:cNvPr id="668" name="テキスト ボックス 667">
            <a:extLst xmlns:a="http://schemas.openxmlformats.org/drawingml/2006/main">
              <a:ext uri="{FF2B5EF4-FFF2-40B4-BE49-F238E27FC236}">
                <a16:creationId xmlns:a16="http://schemas.microsoft.com/office/drawing/2014/main" id="{E0B7282A-E011-0AFF-2331-0E128964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266" y="6135705"/>
            <a:ext cx="1091642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192.168.227.128/25</a:t>
            </a:r>
          </a:p>
        </p:txBody>
      </p:sp>
      <p:sp>
        <p:nvSpPr>
          <p:cNvPr id="669" name="テキスト ボックス 668">
            <a:extLst xmlns:a="http://schemas.openxmlformats.org/drawingml/2006/main">
              <a:ext uri="{FF2B5EF4-FFF2-40B4-BE49-F238E27FC236}">
                <a16:creationId xmlns:a16="http://schemas.microsoft.com/office/drawing/2014/main" id="{6531283D-E321-7AF6-63BE-0C747AB9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826" y="4678952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192.168.226.0/27</a:t>
            </a:r>
          </a:p>
        </p:txBody>
      </p:sp>
      <p:sp>
        <p:nvSpPr>
          <p:cNvPr id="670" name="テキスト ボックス 669">
            <a:extLst xmlns:a="http://schemas.openxmlformats.org/drawingml/2006/main">
              <a:ext uri="{FF2B5EF4-FFF2-40B4-BE49-F238E27FC236}">
                <a16:creationId xmlns:a16="http://schemas.microsoft.com/office/drawing/2014/main" id="{75F378E2-014B-0212-6728-9E16400A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308" y="4658146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192.168.226.32/27</a:t>
            </a:r>
          </a:p>
        </p:txBody>
      </p:sp>
      <p:sp>
        <p:nvSpPr>
          <p:cNvPr id="682" name="テキスト ボックス 681">
            <a:extLst xmlns:a="http://schemas.openxmlformats.org/drawingml/2006/main">
              <a:ext uri="{FF2B5EF4-FFF2-40B4-BE49-F238E27FC236}">
                <a16:creationId xmlns:a16="http://schemas.microsoft.com/office/drawing/2014/main" id="{88F25359-5C2E-E43B-6EDE-AD856891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339" y="5167023"/>
            <a:ext cx="1029881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192.168.228.64/27</a:t>
            </a:r>
          </a:p>
        </p:txBody>
      </p:sp>
      <p:sp>
        <p:nvSpPr>
          <p:cNvPr id="683" name="テキスト ボックス 682">
            <a:extLst xmlns:a="http://schemas.openxmlformats.org/drawingml/2006/main">
              <a:ext uri="{FF2B5EF4-FFF2-40B4-BE49-F238E27FC236}">
                <a16:creationId xmlns:a16="http://schemas.microsoft.com/office/drawing/2014/main" id="{2AB71B12-B0C1-1FF6-C52C-5065D757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769" y="5138196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192.168.228.96/27</a:t>
            </a:r>
          </a:p>
        </p:txBody>
      </p:sp>
      <p:sp>
        <p:nvSpPr>
          <p:cNvPr id="684" name="テキスト ボックス 683">
            <a:extLst xmlns:a="http://schemas.openxmlformats.org/drawingml/2006/main">
              <a:ext uri="{FF2B5EF4-FFF2-40B4-BE49-F238E27FC236}">
                <a16:creationId xmlns:a16="http://schemas.microsoft.com/office/drawing/2014/main" id="{7B9DB68B-941F-43AE-EFC8-ADDDFD07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339" y="5662155"/>
            <a:ext cx="1029881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192.168.228.128/27</a:t>
            </a:r>
          </a:p>
        </p:txBody>
      </p:sp>
      <p:sp>
        <p:nvSpPr>
          <p:cNvPr id="685" name="テキスト ボックス 684">
            <a:extLst xmlns:a="http://schemas.openxmlformats.org/drawingml/2006/main">
              <a:ext uri="{FF2B5EF4-FFF2-40B4-BE49-F238E27FC236}">
                <a16:creationId xmlns:a16="http://schemas.microsoft.com/office/drawing/2014/main" id="{6930D2EB-0D46-6485-1218-B03692E0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769" y="5639678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192.168.228.160/27</a:t>
            </a:r>
          </a:p>
        </p:txBody>
      </p:sp>
      <p:sp>
        <p:nvSpPr>
          <p:cNvPr id="686" name="テキスト ボックス 685">
            <a:extLst xmlns:a="http://schemas.openxmlformats.org/drawingml/2006/main">
              <a:ext uri="{FF2B5EF4-FFF2-40B4-BE49-F238E27FC236}">
                <a16:creationId xmlns:a16="http://schemas.microsoft.com/office/drawing/2014/main" id="{EFE5B735-33A6-590E-FF52-E2B45917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6660" y="6123040"/>
            <a:ext cx="982539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192.168.229.0/25</a:t>
            </a:r>
          </a:p>
        </p:txBody>
      </p:sp>
      <p:sp>
        <p:nvSpPr>
          <p:cNvPr id="687" name="テキスト ボックス 686">
            <a:extLst xmlns:a="http://schemas.openxmlformats.org/drawingml/2006/main">
              <a:ext uri="{FF2B5EF4-FFF2-40B4-BE49-F238E27FC236}">
                <a16:creationId xmlns:a16="http://schemas.microsoft.com/office/drawing/2014/main" id="{47B742AD-1FE3-40E4-5291-702E19F5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7706" y="6102234"/>
            <a:ext cx="1091642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192.168.229.128/25</a:t>
            </a:r>
          </a:p>
        </p:txBody>
      </p:sp>
      <p:sp>
        <p:nvSpPr>
          <p:cNvPr id="688" name="テキスト ボックス 687">
            <a:extLst xmlns:a="http://schemas.openxmlformats.org/drawingml/2006/main">
              <a:ext uri="{FF2B5EF4-FFF2-40B4-BE49-F238E27FC236}">
                <a16:creationId xmlns:a16="http://schemas.microsoft.com/office/drawing/2014/main" id="{22B395E3-C650-D78D-07DB-295FA5FC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2287" y="4669544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192.168.228.0/27</a:t>
            </a:r>
          </a:p>
        </p:txBody>
      </p:sp>
      <p:sp>
        <p:nvSpPr>
          <p:cNvPr id="689" name="テキスト ボックス 688">
            <a:extLst xmlns:a="http://schemas.openxmlformats.org/drawingml/2006/main">
              <a:ext uri="{FF2B5EF4-FFF2-40B4-BE49-F238E27FC236}">
                <a16:creationId xmlns:a16="http://schemas.microsoft.com/office/drawing/2014/main" id="{C4AC21C8-A034-25F7-5210-96DA1574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769" y="4648738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192.168.228.32/27</a:t>
            </a:r>
          </a:p>
        </p:txBody>
      </p:sp>
      <p:pic>
        <p:nvPicPr>
          <p:cNvPr id="1053" name="Google Shape;250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7c461a44df4f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782356" y="4350300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54" name="Google Shape;284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73ede8f8c94f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056654" y="4371646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3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8A023CA6-6078-169D-93C5-528221A3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77" y="4539051"/>
            <a:ext cx="962702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-vpc-ngw-003</a:t>
            </a:r>
          </a:p>
        </p:txBody>
      </p:sp>
      <p:pic>
        <p:nvPicPr>
          <p:cNvPr id="1056" name="Google Shape;250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7c461a44df4f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19038" y="4365362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57" name="Google Shape;284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73ede8f8c94f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93336" y="4386708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6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1C304428-D0A7-3E1E-11E5-359B8617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1757" y="4539096"/>
            <a:ext cx="949470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-vpc-ngw-004</a:t>
            </a:r>
          </a:p>
        </p:txBody>
      </p:sp>
      <p:pic>
        <p:nvPicPr>
          <p:cNvPr id="1059" name="Graphic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522c59af54b04">
            <a:extLst>
              <a:ext uri="{96DAC541-7B7A-43D3-8B79-37D633B846F1}">
                <asvg:svgBlip xmlns:asvg="http://schemas.microsoft.com/office/drawing/2016/SVG/main" r:embed="R8a730afb20ce4e06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735391" y="2332373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29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31B7363B-3B4C-CEBD-EB4B-15AB476B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097" y="2550595"/>
            <a:ext cx="749140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-rcv-001</a:t>
            </a:r>
          </a:p>
        </p:txBody>
      </p:sp>
      <p:pic>
        <p:nvPicPr>
          <p:cNvPr id="1061" name="Graphic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522c59af54b04">
            <a:extLst>
              <a:ext uri="{96DAC541-7B7A-43D3-8B79-37D633B846F1}">
                <asvg:svgBlip xmlns:asvg="http://schemas.microsoft.com/office/drawing/2016/SVG/main" r:embed="R8a730afb20ce4e06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11682" y="4877507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31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CFEAAFF5-37EC-3A1C-8BE2-0AEB534C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6388" y="5095729"/>
            <a:ext cx="749140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-wrk-001</a:t>
            </a:r>
          </a:p>
        </p:txBody>
      </p:sp>
      <p:sp>
        <p:nvSpPr>
          <p:cNvPr id="763" name="Google Shape;209;gb23588428b_0_0">
            <a:extLst xmlns:a="http://schemas.openxmlformats.org/drawingml/2006/main">
              <a:ext uri="{FF2B5EF4-FFF2-40B4-BE49-F238E27FC236}">
                <a16:creationId xmlns:a16="http://schemas.microsoft.com/office/drawing/2014/main" id="{04E46AC3-E8B5-3124-C460-B9382E56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5240" y="1195009"/>
            <a:ext cx="3031088" cy="2553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rgbClr val="1D89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457200" tIns="91425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r>
              <a:rPr sz="1000">
                <a:solidFill>
                  <a:srgbClr val="1D8900"/>
                </a:solidFill>
              </a:rPr>
              <a:t>ad</a:t>
            </a:r>
            <a:r>
              <a:rPr sz="1000">
                <a:solidFill>
                  <a:srgbClr val="1D8900"/>
                </a:solidFill>
              </a:rPr>
              <a:t>-vpc-002</a:t>
            </a:r>
            <a:endParaRPr sz="1000" b="0" i="0" u="none" cap="none">
              <a:solidFill>
                <a:srgbClr val="1D89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064" name="Google Shape;225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09aa7ea40f4d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5240" y="1199720"/>
            <a:ext cx="331200" cy="331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5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3CDECF72-DD67-117D-A44B-294348E7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067" y="1550421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1066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416" y="1544640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67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416" y="2046240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9" name="Google Shape;216;gb23588428b_0_0">
            <a:extLst xmlns:a="http://schemas.openxmlformats.org/drawingml/2006/main">
              <a:ext uri="{FF2B5EF4-FFF2-40B4-BE49-F238E27FC236}">
                <a16:creationId xmlns:a16="http://schemas.microsoft.com/office/drawing/2014/main" id="{1E0BE4FB-9CB9-5FC3-B2B2-59FB81CA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289" y="1550421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900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1D8900"/>
              </a:buClr>
              <a:buSzPts val="1200"/>
              <a:buNone/>
            </a:pPr>
            <a:endParaRPr sz="1000"/>
          </a:p>
        </p:txBody>
      </p:sp>
      <p:pic>
        <p:nvPicPr>
          <p:cNvPr id="1069" name="Google Shape;226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c81e3bf42c47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289" y="1542838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1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A541D606-A441-D318-C780-AB4BCA9A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289" y="2042141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71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289" y="2044438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3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C4B1112C-D239-075E-98C4-B73F8D04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067" y="2532697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73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416" y="2536796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5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CE2F82AA-D07C-E0F5-757E-5A754D49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289" y="2532697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75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289" y="2534994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7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8A466096-BD46-C89E-0873-A231BA01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067" y="3018479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77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07416" y="3022578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9" name="Google Shape;215;gb23588428b_0_0">
            <a:extLst xmlns:a="http://schemas.openxmlformats.org/drawingml/2006/main">
              <a:ext uri="{FF2B5EF4-FFF2-40B4-BE49-F238E27FC236}">
                <a16:creationId xmlns:a16="http://schemas.microsoft.com/office/drawing/2014/main" id="{779BD8CA-7A54-95F8-6C00-26DFD295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289" y="3018479"/>
            <a:ext cx="1260000" cy="4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BC">
              <a:alpha val="98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383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>
              <a:buClr>
                <a:srgbClr val="007CBC"/>
              </a:buClr>
              <a:buSzPts val="1200"/>
              <a:buNone/>
            </a:pPr>
            <a:endParaRPr sz="1000"/>
          </a:p>
        </p:txBody>
      </p:sp>
      <p:pic>
        <p:nvPicPr>
          <p:cNvPr id="1079" name="Google Shape;227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249722a1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00289" y="3020776"/>
            <a:ext cx="144000" cy="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1" name="テキスト ボックス 780">
            <a:extLst xmlns:a="http://schemas.openxmlformats.org/drawingml/2006/main">
              <a:ext uri="{FF2B5EF4-FFF2-40B4-BE49-F238E27FC236}">
                <a16:creationId xmlns:a16="http://schemas.microsoft.com/office/drawing/2014/main" id="{8D0C69C3-378B-C7EF-F764-3CDC6E47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570" y="3492442"/>
            <a:ext cx="1259999" cy="2462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/>
              <a:t>192.168.225.0/24</a:t>
            </a:r>
          </a:p>
        </p:txBody>
      </p:sp>
      <p:pic>
        <p:nvPicPr>
          <p:cNvPr id="1081" name="Graphic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bc1959621443f">
            <a:extLst>
              <a:ext uri="{96DAC541-7B7A-43D3-8B79-37D633B846F1}">
                <asvg:svgBlip xmlns:asvg="http://schemas.microsoft.com/office/drawing/2016/SVG/main" r:embed="R6ab9d2098ea04686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59186" y="2080290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82" name="Graphic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a3099a04e4757">
            <a:extLst>
              <a:ext uri="{96DAC541-7B7A-43D3-8B79-37D633B846F1}">
                <asvg:svgBlip xmlns:asvg="http://schemas.microsoft.com/office/drawing/2016/SVG/main" r:embed="R37b2feeddc3d4a03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240328" y="2557334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83" name="Graphic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522c59af54b04">
            <a:extLst>
              <a:ext uri="{96DAC541-7B7A-43D3-8B79-37D633B846F1}">
                <asvg:svgBlip xmlns:asvg="http://schemas.microsoft.com/office/drawing/2016/SVG/main" r:embed="R8a730afb20ce4e06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82196" y="3055184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84" name="Graphic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57796c10f46ae">
            <a:extLst>
              <a:ext uri="{96DAC541-7B7A-43D3-8B79-37D633B846F1}">
                <asvg:svgBlip xmlns:asvg="http://schemas.microsoft.com/office/drawing/2016/SVG/main" r:embed="Rd287b7a9f25c471e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215600" y="3058852"/>
            <a:ext cx="252000" cy="252000"/>
          </a:xfrm>
          <a:prstGeom xmlns:a="http://schemas.openxmlformats.org/drawingml/2006/main" prst="rect">
            <a:avLst/>
          </a:prstGeom>
        </p:spPr>
      </p:pic>
      <p:sp>
        <p:nvSpPr>
          <p:cNvPr id="786" name="テキスト ボックス 785">
            <a:extLst xmlns:a="http://schemas.openxmlformats.org/drawingml/2006/main">
              <a:ext uri="{FF2B5EF4-FFF2-40B4-BE49-F238E27FC236}">
                <a16:creationId xmlns:a16="http://schemas.microsoft.com/office/drawing/2014/main" id="{1EB3EF37-DAA0-2567-AF91-984EEB269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7130" y="2360171"/>
            <a:ext cx="1029881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192.168.225.32/28</a:t>
            </a:r>
          </a:p>
        </p:txBody>
      </p:sp>
      <p:sp>
        <p:nvSpPr>
          <p:cNvPr id="787" name="テキスト ボックス 786">
            <a:extLst xmlns:a="http://schemas.openxmlformats.org/drawingml/2006/main">
              <a:ext uri="{FF2B5EF4-FFF2-40B4-BE49-F238E27FC236}">
                <a16:creationId xmlns:a16="http://schemas.microsoft.com/office/drawing/2014/main" id="{7151DB86-2670-3516-C98A-67EB7A1C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560" y="2339365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192.168.225.48/28</a:t>
            </a:r>
          </a:p>
        </p:txBody>
      </p:sp>
      <p:sp>
        <p:nvSpPr>
          <p:cNvPr id="788" name="テキスト ボックス 787">
            <a:extLst xmlns:a="http://schemas.openxmlformats.org/drawingml/2006/main">
              <a:ext uri="{FF2B5EF4-FFF2-40B4-BE49-F238E27FC236}">
                <a16:creationId xmlns:a16="http://schemas.microsoft.com/office/drawing/2014/main" id="{22D6F640-EED0-F2F3-A583-F2A4DB7C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7130" y="2855303"/>
            <a:ext cx="1029881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192.168.225.64/27</a:t>
            </a:r>
          </a:p>
        </p:txBody>
      </p:sp>
      <p:sp>
        <p:nvSpPr>
          <p:cNvPr id="789" name="テキスト ボックス 788">
            <a:extLst xmlns:a="http://schemas.openxmlformats.org/drawingml/2006/main">
              <a:ext uri="{FF2B5EF4-FFF2-40B4-BE49-F238E27FC236}">
                <a16:creationId xmlns:a16="http://schemas.microsoft.com/office/drawing/2014/main" id="{3ABE6473-AB2C-1605-2F5E-E167B0B7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560" y="2840847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192.168.225.96/27</a:t>
            </a:r>
          </a:p>
        </p:txBody>
      </p:sp>
      <p:sp>
        <p:nvSpPr>
          <p:cNvPr id="790" name="テキスト ボックス 789">
            <a:extLst xmlns:a="http://schemas.openxmlformats.org/drawingml/2006/main">
              <a:ext uri="{FF2B5EF4-FFF2-40B4-BE49-F238E27FC236}">
                <a16:creationId xmlns:a16="http://schemas.microsoft.com/office/drawing/2014/main" id="{343FC021-F3C4-423D-E9E7-1B7B34EC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472" y="3348272"/>
            <a:ext cx="982539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192.168.225.128/27</a:t>
            </a:r>
          </a:p>
        </p:txBody>
      </p:sp>
      <p:sp>
        <p:nvSpPr>
          <p:cNvPr id="791" name="テキスト ボックス 790">
            <a:extLst xmlns:a="http://schemas.openxmlformats.org/drawingml/2006/main">
              <a:ext uri="{FF2B5EF4-FFF2-40B4-BE49-F238E27FC236}">
                <a16:creationId xmlns:a16="http://schemas.microsoft.com/office/drawing/2014/main" id="{6C369105-A610-08FA-3477-3E7D7136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518" y="3327466"/>
            <a:ext cx="1091642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192.168.225.160/27</a:t>
            </a:r>
          </a:p>
        </p:txBody>
      </p:sp>
      <p:sp>
        <p:nvSpPr>
          <p:cNvPr id="792" name="テキスト ボックス 791">
            <a:extLst xmlns:a="http://schemas.openxmlformats.org/drawingml/2006/main">
              <a:ext uri="{FF2B5EF4-FFF2-40B4-BE49-F238E27FC236}">
                <a16:creationId xmlns:a16="http://schemas.microsoft.com/office/drawing/2014/main" id="{C4C6FC86-1273-A430-F4FE-EC17CC66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2078" y="1870713"/>
            <a:ext cx="914933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192.168.225.0/28</a:t>
            </a:r>
          </a:p>
        </p:txBody>
      </p:sp>
      <p:sp>
        <p:nvSpPr>
          <p:cNvPr id="793" name="テキスト ボックス 792">
            <a:extLst xmlns:a="http://schemas.openxmlformats.org/drawingml/2006/main">
              <a:ext uri="{FF2B5EF4-FFF2-40B4-BE49-F238E27FC236}">
                <a16:creationId xmlns:a16="http://schemas.microsoft.com/office/drawing/2014/main" id="{513ECABE-FD21-2FD7-94D5-DE3A9570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560" y="1849907"/>
            <a:ext cx="1006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00"/>
              <a:t>192.168.225.16/28</a:t>
            </a:r>
          </a:p>
        </p:txBody>
      </p:sp>
      <p:pic>
        <p:nvPicPr>
          <p:cNvPr id="1093" name="Google Shape;250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7c461a44df4f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48608" y="1542061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4" name="Google Shape;284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73ede8f8c94f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222906" y="1563407"/>
            <a:ext cx="180000" cy="18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96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1FE9E468-3BAF-DBEB-0689-E3A38F00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129" y="1730812"/>
            <a:ext cx="962702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-vpc-ngw-002</a:t>
            </a:r>
          </a:p>
        </p:txBody>
      </p:sp>
      <p:sp>
        <p:nvSpPr>
          <p:cNvPr id="797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E44D9F34-6FED-8298-5F1E-FB3C28B2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784" y="2702698"/>
            <a:ext cx="820371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500">
                <a:solidFill>
                  <a:srgbClr val="232F3D"/>
                </a:solidFill>
              </a:rPr>
              <a:t>d-xxxxxxxxxx</a:t>
            </a:r>
          </a:p>
          <a:p xmlns:a="http://schemas.openxmlformats.org/drawingml/2006/main">
            <a:pPr lvl="0" algn="ctr">
              <a:buNone/>
            </a:pPr>
            <a:r>
              <a:rPr sz="500">
                <a:solidFill>
                  <a:srgbClr val="232F3D"/>
                </a:solidFill>
              </a:rPr>
              <a:t>管理用EC2</a:t>
            </a:r>
            <a:endParaRPr sz="500">
              <a:solidFill>
                <a:srgbClr val="232F3D"/>
              </a:solidFill>
            </a:endParaRPr>
          </a:p>
        </p:txBody>
      </p:sp>
      <p:sp>
        <p:nvSpPr>
          <p:cNvPr id="798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FD8D8F22-C8CB-F0D1-3F9C-4FA90E0A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410" y="3263567"/>
            <a:ext cx="749140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00">
                <a:solidFill>
                  <a:srgbClr val="232F3D"/>
                </a:solidFill>
              </a:rPr>
              <a:t>ad</a:t>
            </a:r>
            <a:r>
              <a:rPr sz="600">
                <a:solidFill>
                  <a:srgbClr val="232F3D"/>
                </a:solidFill>
              </a:rPr>
              <a:t>-mng-001</a:t>
            </a:r>
          </a:p>
        </p:txBody>
      </p:sp>
      <p:sp>
        <p:nvSpPr>
          <p:cNvPr id="799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CF0D2B41-626F-232A-4756-AA8BD7F5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769" y="3260691"/>
            <a:ext cx="835561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00">
                <a:solidFill>
                  <a:srgbClr val="232F3D"/>
                </a:solidFill>
              </a:rPr>
              <a:t>ad</a:t>
            </a:r>
            <a:r>
              <a:rPr sz="600">
                <a:solidFill>
                  <a:srgbClr val="232F3D"/>
                </a:solidFill>
              </a:rPr>
              <a:t>-fsx-wrk-001</a:t>
            </a:r>
          </a:p>
        </p:txBody>
      </p:sp>
      <p:pic>
        <p:nvPicPr>
          <p:cNvPr id="1099" name="Graphic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522c59af54b04">
            <a:extLst>
              <a:ext uri="{96DAC541-7B7A-43D3-8B79-37D633B846F1}">
                <asvg:svgBlip xmlns:asvg="http://schemas.microsoft.com/office/drawing/2016/SVG/main" r:embed="R8a730afb20ce4e06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88546" y="2545058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01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EE44A1D7-14FE-50EA-6DD9-128AC536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1282" y="2761396"/>
            <a:ext cx="743670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500">
                <a:solidFill>
                  <a:srgbClr val="232F3D"/>
                </a:solidFill>
              </a:rPr>
              <a:t>ad.example.com</a:t>
            </a:r>
          </a:p>
        </p:txBody>
      </p:sp>
      <p:pic>
        <p:nvPicPr>
          <p:cNvPr id="1101" name="Graphic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6852ac0824e58">
            <a:extLst>
              <a:ext uri="{96DAC541-7B7A-43D3-8B79-37D633B846F1}">
                <asvg:svgBlip xmlns:asvg="http://schemas.microsoft.com/office/drawing/2016/SVG/main" r:embed="R267137c9086443b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23666" y="5368779"/>
            <a:ext cx="252000" cy="252000"/>
          </a:xfrm>
          <a:prstGeom xmlns:a="http://schemas.openxmlformats.org/drawingml/2006/main" prst="rect">
            <a:avLst/>
          </a:prstGeom>
        </p:spPr>
      </p:pic>
      <p:pic>
        <p:nvPicPr>
          <p:cNvPr id="1102" name="Graphic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6852ac0824e58">
            <a:extLst>
              <a:ext uri="{96DAC541-7B7A-43D3-8B79-37D633B846F1}">
                <asvg:svgBlip xmlns:asvg="http://schemas.microsoft.com/office/drawing/2016/SVG/main" r:embed="R267137c9086443b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95649" y="5358202"/>
            <a:ext cx="252000" cy="252000"/>
          </a:xfrm>
          <a:prstGeom xmlns:a="http://schemas.openxmlformats.org/drawingml/2006/main" prst="rect">
            <a:avLst/>
          </a:prstGeom>
        </p:spPr>
      </p:pic>
      <p:sp>
        <p:nvSpPr>
          <p:cNvPr id="809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6C9F2574-862D-3D76-2754-9A5134AD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696" y="5554197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</a:rPr>
              <a:t>d-xxxxxxxxxx</a:t>
            </a:r>
          </a:p>
        </p:txBody>
      </p:sp>
      <p:sp>
        <p:nvSpPr>
          <p:cNvPr id="810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4E69C2F6-C272-67DF-45B0-BEABEBE9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45" y="5535461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</a:rPr>
              <a:t>d-xxxxxxxxxx</a:t>
            </a:r>
          </a:p>
        </p:txBody>
      </p:sp>
      <p:pic>
        <p:nvPicPr>
          <p:cNvPr id="1105" name="Graphic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6852ac0824e58">
            <a:extLst>
              <a:ext uri="{96DAC541-7B7A-43D3-8B79-37D633B846F1}">
                <asvg:svgBlip xmlns:asvg="http://schemas.microsoft.com/office/drawing/2016/SVG/main" r:embed="R267137c9086443b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36639" y="5374969"/>
            <a:ext cx="252000" cy="252000"/>
          </a:xfrm>
          <a:prstGeom xmlns:a="http://schemas.openxmlformats.org/drawingml/2006/main" prst="rect">
            <a:avLst/>
          </a:prstGeom>
        </p:spPr>
      </p:pic>
      <p:pic>
        <p:nvPicPr>
          <p:cNvPr id="1106" name="Graphic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6852ac0824e58">
            <a:extLst>
              <a:ext uri="{96DAC541-7B7A-43D3-8B79-37D633B846F1}">
                <asvg:svgBlip xmlns:asvg="http://schemas.microsoft.com/office/drawing/2016/SVG/main" r:embed="R267137c9086443b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8622" y="5364392"/>
            <a:ext cx="252000" cy="252000"/>
          </a:xfrm>
          <a:prstGeom xmlns:a="http://schemas.openxmlformats.org/drawingml/2006/main" prst="rect">
            <a:avLst/>
          </a:prstGeom>
        </p:spPr>
      </p:pic>
      <p:sp>
        <p:nvSpPr>
          <p:cNvPr id="816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8D682C6E-A24D-A7A8-CDC3-0D20C8BA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6669" y="5560387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</a:rPr>
              <a:t>d-xxxxxxxxxx</a:t>
            </a:r>
          </a:p>
        </p:txBody>
      </p:sp>
      <p:sp>
        <p:nvSpPr>
          <p:cNvPr id="817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C84689D5-1403-8769-6F32-7072E839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918" y="5541651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</a:rPr>
              <a:t>d-xxxxxxxxxx</a:t>
            </a:r>
          </a:p>
          <a:p xmlns:a="http://schemas.openxmlformats.org/drawingml/2006/main">
            <a:pPr lvl="0" algn="ctr">
              <a:buNone/>
            </a:pPr>
            <a:endParaRPr sz="650">
              <a:solidFill>
                <a:srgbClr val="232F3D"/>
              </a:solidFill>
            </a:endParaRPr>
          </a:p>
        </p:txBody>
      </p:sp>
      <p:pic>
        <p:nvPicPr>
          <p:cNvPr id="1109" name="Google Shape;381;g322f08f6061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0ce8057f354b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04926" y="5846303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32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9AFD9C4D-440D-8C3B-B6B0-31ED5A6C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374" y="6026229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</a:rPr>
              <a:t>ws-xxxxxxxxx</a:t>
            </a:r>
          </a:p>
        </p:txBody>
      </p:sp>
      <p:pic>
        <p:nvPicPr>
          <p:cNvPr id="1111" name="Google Shape;381;g322f08f6061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0ce8057f354b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02668" y="5838123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34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8198B954-6361-E4E2-009A-E201D97A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4116" y="6018049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</a:rPr>
              <a:t>ws-xxxxxxxxx</a:t>
            </a:r>
          </a:p>
        </p:txBody>
      </p:sp>
      <p:pic>
        <p:nvPicPr>
          <p:cNvPr id="1113" name="Google Shape;249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dab1260c8f49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07940" y="1053777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14" name="Google Shape;249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dab1260c8f49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55572" y="1068538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15" name="Google Shape;249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dab1260c8f49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368667" y="1078855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16" name="Google Shape;249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dab1260c8f49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388945" y="3872621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8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49F9ED74-8A2D-0915-4270-5BCF0ABB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422" y="1269670"/>
            <a:ext cx="914933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-vpc-igw-001</a:t>
            </a:r>
          </a:p>
          <a:p xmlns:a="http://schemas.openxmlformats.org/drawingml/2006/main">
            <a:pPr lvl="0" algn="ctr">
              <a:buNone/>
            </a:pPr>
            <a:endParaRPr sz="700">
              <a:solidFill>
                <a:srgbClr val="232F3D"/>
              </a:solidFill>
            </a:endParaRPr>
          </a:p>
        </p:txBody>
      </p:sp>
      <p:sp>
        <p:nvSpPr>
          <p:cNvPr id="849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85B17E0F-3A30-E26B-DA9C-DBC076D1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327" y="1250095"/>
            <a:ext cx="914933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-vpc-igw-002</a:t>
            </a:r>
          </a:p>
          <a:p xmlns:a="http://schemas.openxmlformats.org/drawingml/2006/main">
            <a:pPr lvl="0" algn="ctr">
              <a:buNone/>
            </a:pPr>
            <a:endParaRPr sz="700">
              <a:solidFill>
                <a:srgbClr val="232F3D"/>
              </a:solidFill>
            </a:endParaRPr>
          </a:p>
        </p:txBody>
      </p:sp>
      <p:sp>
        <p:nvSpPr>
          <p:cNvPr id="850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A1ABD55E-AC27-B2E8-94E5-BB8C7AA2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233" y="4049605"/>
            <a:ext cx="914933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-vpc-igw-003</a:t>
            </a:r>
          </a:p>
          <a:p xmlns:a="http://schemas.openxmlformats.org/drawingml/2006/main">
            <a:pPr lvl="0" algn="ctr">
              <a:buNone/>
            </a:pPr>
            <a:endParaRPr sz="700">
              <a:solidFill>
                <a:srgbClr val="232F3D"/>
              </a:solidFill>
            </a:endParaRPr>
          </a:p>
        </p:txBody>
      </p:sp>
      <p:sp>
        <p:nvSpPr>
          <p:cNvPr id="851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8AEA0372-E17A-4D14-DB78-7315C83E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2321" y="4057738"/>
            <a:ext cx="914933" cy="2005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-vpc-igw-004</a:t>
            </a:r>
          </a:p>
          <a:p xmlns:a="http://schemas.openxmlformats.org/drawingml/2006/main">
            <a:pPr lvl="0" algn="ctr">
              <a:buNone/>
            </a:pPr>
            <a:endParaRPr sz="700">
              <a:solidFill>
                <a:srgbClr val="232F3D"/>
              </a:solidFill>
            </a:endParaRPr>
          </a:p>
        </p:txBody>
      </p:sp>
      <p:sp>
        <p:nvSpPr>
          <p:cNvPr id="856" name="Google Shape;222;gb23588428b_0_0">
            <a:extLst xmlns:a="http://schemas.openxmlformats.org/drawingml/2006/main">
              <a:ext uri="{FF2B5EF4-FFF2-40B4-BE49-F238E27FC236}">
                <a16:creationId xmlns:a16="http://schemas.microsoft.com/office/drawing/2014/main" id="{2B4B2CB9-DCA6-D7E1-A8C2-4417826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2558" y="2150275"/>
            <a:ext cx="1633938" cy="1597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rgbClr val="5A6B86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457200" tIns="91425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B86"/>
              </a:buClr>
              <a:buSzPts val="1200"/>
              <a:buFont typeface="Arial"/>
              <a:buNone/>
            </a:pPr>
            <a:r>
              <a:rPr sz="800" b="0" i="0" u="none" cap="none">
                <a:solidFill>
                  <a:srgbClr val="5A6B86"/>
                </a:solidFill>
                <a:latin typeface="Arial"/>
                <a:ea typeface="Arial"/>
                <a:cs typeface="Arial"/>
              </a:rPr>
              <a:t>オンプレミス拠点</a:t>
            </a:r>
            <a:endParaRPr sz="800"/>
          </a:p>
        </p:txBody>
      </p:sp>
      <p:pic>
        <p:nvPicPr>
          <p:cNvPr id="1122" name="Google Shape;224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a0418a30d84c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035766" y="2156983"/>
            <a:ext cx="330200" cy="330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23" name="Google Shape;231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49bd87a615414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4726" y="2668610"/>
            <a:ext cx="469900" cy="469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59" name="Google Shape;232;gb23588428b_0_0">
            <a:extLst xmlns:a="http://schemas.openxmlformats.org/drawingml/2006/main">
              <a:ext uri="{FF2B5EF4-FFF2-40B4-BE49-F238E27FC236}">
                <a16:creationId xmlns:a16="http://schemas.microsoft.com/office/drawing/2014/main" id="{1D98AF24-EEBD-BD1C-EB66-E9DAE05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972" y="3112147"/>
            <a:ext cx="605400" cy="25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232F3E"/>
                </a:solidFill>
                <a:latin typeface="Arial"/>
                <a:ea typeface="Arial"/>
                <a:cs typeface="Arial"/>
              </a:rPr>
              <a:t>Server</a:t>
            </a:r>
            <a:endParaRPr/>
          </a:p>
        </p:txBody>
      </p:sp>
      <p:sp>
        <p:nvSpPr>
          <p:cNvPr id="860" name="Google Shape;243;gb23588428b_0_0">
            <a:extLst xmlns:a="http://schemas.openxmlformats.org/drawingml/2006/main">
              <a:ext uri="{FF2B5EF4-FFF2-40B4-BE49-F238E27FC236}">
                <a16:creationId xmlns:a16="http://schemas.microsoft.com/office/drawing/2014/main" id="{8409ADE0-1881-3064-27B4-0B350959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5752" y="3112147"/>
            <a:ext cx="527700" cy="25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232F3D"/>
                </a:solidFill>
                <a:latin typeface="Arial"/>
                <a:ea typeface="Arial"/>
                <a:cs typeface="Arial"/>
              </a:rPr>
              <a:t>CGW</a:t>
            </a:r>
            <a:endParaRPr sz="1050" b="0" i="0" u="none" cap="none">
              <a:solidFill>
                <a:srgbClr val="232F3D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26" name="Google Shape;251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cd0181e8a44e0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342619" y="2743965"/>
            <a:ext cx="353043" cy="35304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2" name="Google Shape;253;gb23588428b_0_0">
            <a:extLst xmlns:a="http://schemas.openxmlformats.org/drawingml/2006/main">
              <a:ext uri="{FF2B5EF4-FFF2-40B4-BE49-F238E27FC236}">
                <a16:creationId xmlns:a16="http://schemas.microsoft.com/office/drawing/2014/main" id="{1FD05347-E6CB-176A-034D-2C2B919D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42" y="1240155"/>
            <a:ext cx="1420229" cy="2187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232F3D"/>
                </a:solidFill>
                <a:latin typeface="Arial"/>
                <a:ea typeface="Arial"/>
                <a:cs typeface="Arial"/>
              </a:rPr>
              <a:t>Direct Connect</a:t>
            </a:r>
            <a:endParaRPr/>
          </a:p>
        </p:txBody>
      </p:sp>
      <p:pic>
        <p:nvPicPr>
          <p:cNvPr id="1128" name="Google Shape;254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ab1d59cb8147c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04284" y="806111"/>
            <a:ext cx="364958" cy="3649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29" name="Google Shape;252;gb23588428b_0_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0cdcd3f25040b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82074" y="1057954"/>
            <a:ext cx="252000" cy="25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6" name="Google Shape;247;gb23588428b_0_0">
            <a:extLst xmlns:a="http://schemas.openxmlformats.org/drawingml/2006/main">
              <a:ext uri="{FF2B5EF4-FFF2-40B4-BE49-F238E27FC236}">
                <a16:creationId xmlns:a16="http://schemas.microsoft.com/office/drawing/2014/main" id="{94D7821B-369D-826E-58DD-6E073E70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006" y="1251723"/>
            <a:ext cx="967108" cy="207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700">
                <a:solidFill>
                  <a:srgbClr val="232F3D"/>
                </a:solidFill>
              </a:rPr>
              <a:t>ad</a:t>
            </a:r>
            <a:r>
              <a:rPr sz="700">
                <a:solidFill>
                  <a:srgbClr val="232F3D"/>
                </a:solidFill>
              </a:rPr>
              <a:t>-vpc-vgw-002</a:t>
            </a:r>
            <a:endParaRPr sz="700" b="0" i="0" u="none" cap="none">
              <a:solidFill>
                <a:srgbClr val="232F3D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31" name="Graphic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57796c10f46ae">
            <a:extLst>
              <a:ext uri="{96DAC541-7B7A-43D3-8B79-37D633B846F1}">
                <asvg:svgBlip xmlns:asvg="http://schemas.microsoft.com/office/drawing/2016/SVG/main" r:embed="Rd287b7a9f25c471e"/>
              </a:ext>
            </a:extLst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230074" y="3058852"/>
            <a:ext cx="252000" cy="252000"/>
          </a:xfrm>
          <a:prstGeom xmlns:a="http://schemas.openxmlformats.org/drawingml/2006/main" prst="rect">
            <a:avLst/>
          </a:prstGeom>
        </p:spPr>
      </p:pic>
      <p:cxnSp>
        <p:nvCxnSpPr>
          <p:cNvPr id="1132" name="直線コネクタ 3"/>
          <p:cNvCxnSpPr>
            <a:stCxn xmlns:a="http://schemas.openxmlformats.org/drawingml/2006/main" id="785" idx="3"/>
            <a:endCxn xmlns:a="http://schemas.openxmlformats.org/drawingml/2006/main" id="2" idx="1"/>
          </p:cNvCxnSpPr>
          <p:nvPr/>
        </p:nvCxnSpPr>
        <p:spPr>
          <a:xfrm xmlns:a="http://schemas.openxmlformats.org/drawingml/2006/main">
            <a:off x="6467600" y="3184852"/>
            <a:ext cx="762474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7AA11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8" name="Google Shape;235;gb23588428b_0_0">
            <a:extLst xmlns:a="http://schemas.openxmlformats.org/drawingml/2006/main">
              <a:ext uri="{FF2B5EF4-FFF2-40B4-BE49-F238E27FC236}">
                <a16:creationId xmlns:a16="http://schemas.microsoft.com/office/drawing/2014/main" id="{07E631C2-35C5-5631-864A-DA2BA4C3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663" y="3253597"/>
            <a:ext cx="812561" cy="24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lvl="0" algn="ctr">
              <a:buNone/>
            </a:pPr>
            <a:r>
              <a:rPr sz="650">
                <a:solidFill>
                  <a:srgbClr val="232F3D"/>
                </a:solidFill>
                <a:latin typeface="BIZ UDPゴシック"/>
                <a:ea typeface="BIZ UDPゴシック"/>
                <a:cs typeface="BIZ UDPゴシック"/>
              </a:rPr>
              <a:t>セカンダリ</a:t>
            </a:r>
            <a:endParaRPr sz="650">
              <a:solidFill>
                <a:srgbClr val="232F3D"/>
              </a:solidFill>
              <a:latin typeface="BIZ UDPゴシック"/>
              <a:ea typeface="BIZ UDPゴシック"/>
              <a:cs typeface="BIZ UDPゴシック"/>
            </a:endParaRPr>
          </a:p>
        </p:txBody>
      </p:sp>
      <p:sp>
        <p:nvSpPr>
          <p:cNvPr id="964" name="direct-connect-from">
            <a:extLst xmlns:a="http://schemas.openxmlformats.org/drawingml/2006/main">
              <a:ext uri="{FF2B5EF4-FFF2-40B4-BE49-F238E27FC236}">
                <a16:creationId xmlns:a16="http://schemas.microsoft.com/office/drawing/2014/main" id="{59B7C522-C525-4311-8946-86653A20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1049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965" name="direct-connect-to">
            <a:extLst xmlns:a="http://schemas.openxmlformats.org/drawingml/2006/main">
              <a:ext uri="{FF2B5EF4-FFF2-40B4-BE49-F238E27FC236}">
                <a16:creationId xmlns:a16="http://schemas.microsoft.com/office/drawing/2014/main" id="{BCF4C7F8-A5A2-4714-9BFA-D53D2791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981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136" name=""/>
          <p:cNvCxnSpPr>
            <a:stCxn xmlns:a="http://schemas.openxmlformats.org/drawingml/2006/main" id="964" idx="3"/>
            <a:endCxn xmlns:a="http://schemas.openxmlformats.org/drawingml/2006/main" id="965" idx="1"/>
          </p:cNvCxnSpPr>
          <p:nvPr/>
        </p:nvCxnSpPr>
        <p:spPr>
          <a:xfrm xmlns:a="http://schemas.openxmlformats.org/drawingml/2006/main" flipV="1">
            <a:off x="7658100" y="990600"/>
            <a:ext cx="194310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C7F0"/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967" name="on-premises-from">
            <a:extLst xmlns:a="http://schemas.openxmlformats.org/drawingml/2006/main">
              <a:ext uri="{FF2B5EF4-FFF2-40B4-BE49-F238E27FC236}">
                <a16:creationId xmlns:a16="http://schemas.microsoft.com/office/drawing/2014/main" id="{D2405E7A-98C5-4D55-BB0F-7A93EC8C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047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968" name="on-premises-to">
            <a:extLst xmlns:a="http://schemas.openxmlformats.org/drawingml/2006/main">
              <a:ext uri="{FF2B5EF4-FFF2-40B4-BE49-F238E27FC236}">
                <a16:creationId xmlns:a16="http://schemas.microsoft.com/office/drawing/2014/main" id="{4C05E329-D5D3-4406-BB85-7522E2BA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1526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139" name=""/>
          <p:cNvCxnSpPr>
            <a:stCxn xmlns:a="http://schemas.openxmlformats.org/drawingml/2006/main" id="967" idx="3"/>
            <a:endCxn xmlns:a="http://schemas.openxmlformats.org/drawingml/2006/main" id="968" idx="0"/>
          </p:cNvCxnSpPr>
          <p:nvPr/>
        </p:nvCxnSpPr>
        <p:spPr>
          <a:xfrm xmlns:a="http://schemas.openxmlformats.org/drawingml/2006/main">
            <a:off x="10001250" y="1057275"/>
            <a:ext cx="600075" cy="109537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66C7F0"/>
            </a:solidFill>
            <a:prstDash val="solid"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34308664"/>
      </p:ext>
    </p:extLst>
  </p:cSld>
</p:sld>
</file>

<file path=ppt/theme/theme1.xml><?xml version="1.0" encoding="utf-8"?>
<a:theme xmlns:a="http://schemas.openxmlformats.org/drawingml/2006/main" name="標準デザイン">
  <a:themeElements>
    <a:clrScheme name="標準デザイ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標準デザイン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2026-09-09T04:54:59.2430000Z</dcterms:created>
  <dcterms:modified xsi:type="dcterms:W3CDTF">2026-09-09T04:54:59.2430000Z</dcterms:modified>
</coreProperties>
</file>